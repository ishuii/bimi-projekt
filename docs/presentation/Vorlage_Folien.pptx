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5"/>
    <p:sldMasterId id="2147483668" r:id="rId6"/>
  </p:sldMasterIdLst>
  <p:notesMasterIdLst>
    <p:notesMasterId r:id="rId9"/>
  </p:notesMasterIdLst>
  <p:sldIdLst>
    <p:sldId id="256" r:id="rId7"/>
    <p:sldId id="28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ktoria Cholewa" initials="WC" lastIdx="2" clrIdx="0">
    <p:extLst>
      <p:ext uri="{19B8F6BF-5375-455C-9EA6-DF929625EA0E}">
        <p15:presenceInfo xmlns:p15="http://schemas.microsoft.com/office/powerpoint/2012/main" userId="a7e065584b631d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C28"/>
    <a:srgbClr val="0008FF"/>
    <a:srgbClr val="FFFFFF"/>
    <a:srgbClr val="B28015"/>
    <a:srgbClr val="D7D700"/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4" autoAdjust="0"/>
    <p:restoredTop sz="85369"/>
  </p:normalViewPr>
  <p:slideViewPr>
    <p:cSldViewPr snapToGrid="0" showGuides="1">
      <p:cViewPr varScale="1">
        <p:scale>
          <a:sx n="156" d="100"/>
          <a:sy n="156" d="100"/>
        </p:scale>
        <p:origin x="76" y="2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ki Cholewa" userId="a7e065584b631d05" providerId="LiveId" clId="{A3A5D222-16D6-4BC5-BB39-3C3F00F12DF5}"/>
    <pc:docChg chg="undo custSel addSld delSld modSld sldOrd">
      <pc:chgData name="Wiki Cholewa" userId="a7e065584b631d05" providerId="LiveId" clId="{A3A5D222-16D6-4BC5-BB39-3C3F00F12DF5}" dt="2024-06-18T14:07:42.288" v="6714"/>
      <pc:docMkLst>
        <pc:docMk/>
      </pc:docMkLst>
      <pc:sldChg chg="modSp del mod ord">
        <pc:chgData name="Wiki Cholewa" userId="a7e065584b631d05" providerId="LiveId" clId="{A3A5D222-16D6-4BC5-BB39-3C3F00F12DF5}" dt="2024-06-16T16:21:32.875" v="3751" actId="2696"/>
        <pc:sldMkLst>
          <pc:docMk/>
          <pc:sldMk cId="3775076766" sldId="257"/>
        </pc:sldMkLst>
        <pc:spChg chg="mod">
          <ac:chgData name="Wiki Cholewa" userId="a7e065584b631d05" providerId="LiveId" clId="{A3A5D222-16D6-4BC5-BB39-3C3F00F12DF5}" dt="2024-05-28T12:10:17.853" v="2681" actId="113"/>
          <ac:spMkLst>
            <pc:docMk/>
            <pc:sldMk cId="3775076766" sldId="257"/>
            <ac:spMk id="2" creationId="{F8399FE0-51F3-9BB3-18C7-350393FED1DF}"/>
          </ac:spMkLst>
        </pc:spChg>
      </pc:sldChg>
      <pc:sldChg chg="addSp modSp new mod">
        <pc:chgData name="Wiki Cholewa" userId="a7e065584b631d05" providerId="LiveId" clId="{A3A5D222-16D6-4BC5-BB39-3C3F00F12DF5}" dt="2024-06-18T14:07:42.288" v="6714"/>
        <pc:sldMkLst>
          <pc:docMk/>
          <pc:sldMk cId="2137866246" sldId="258"/>
        </pc:sldMkLst>
        <pc:spChg chg="mod">
          <ac:chgData name="Wiki Cholewa" userId="a7e065584b631d05" providerId="LiveId" clId="{A3A5D222-16D6-4BC5-BB39-3C3F00F12DF5}" dt="2024-06-18T14:07:42.288" v="6714"/>
          <ac:spMkLst>
            <pc:docMk/>
            <pc:sldMk cId="2137866246" sldId="258"/>
            <ac:spMk id="2" creationId="{EC0B7351-24BF-3F9C-99FB-87DA19406D60}"/>
          </ac:spMkLst>
        </pc:spChg>
        <pc:spChg chg="mod">
          <ac:chgData name="Wiki Cholewa" userId="a7e065584b631d05" providerId="LiveId" clId="{A3A5D222-16D6-4BC5-BB39-3C3F00F12DF5}" dt="2024-05-27T15:13:27.280" v="1127" actId="20577"/>
          <ac:spMkLst>
            <pc:docMk/>
            <pc:sldMk cId="2137866246" sldId="258"/>
            <ac:spMk id="3" creationId="{6B3121EE-8F52-A276-6DFE-9D021F92BA42}"/>
          </ac:spMkLst>
        </pc:spChg>
        <pc:spChg chg="mod">
          <ac:chgData name="Wiki Cholewa" userId="a7e065584b631d05" providerId="LiveId" clId="{A3A5D222-16D6-4BC5-BB39-3C3F00F12DF5}" dt="2024-05-27T15:01:39.402" v="225" actId="20577"/>
          <ac:spMkLst>
            <pc:docMk/>
            <pc:sldMk cId="2137866246" sldId="258"/>
            <ac:spMk id="4" creationId="{D8B2BFE7-8F25-CF63-BEBF-B5F312B2F537}"/>
          </ac:spMkLst>
        </pc:spChg>
        <pc:picChg chg="add mod">
          <ac:chgData name="Wiki Cholewa" userId="a7e065584b631d05" providerId="LiveId" clId="{A3A5D222-16D6-4BC5-BB39-3C3F00F12DF5}" dt="2024-06-18T14:06:45.055" v="6668" actId="1076"/>
          <ac:picMkLst>
            <pc:docMk/>
            <pc:sldMk cId="2137866246" sldId="258"/>
            <ac:picMk id="7" creationId="{DD18A5A2-B4A3-3FF6-606D-D6DE86178CDC}"/>
          </ac:picMkLst>
        </pc:picChg>
      </pc:sldChg>
      <pc:sldChg chg="modSp new mod">
        <pc:chgData name="Wiki Cholewa" userId="a7e065584b631d05" providerId="LiveId" clId="{A3A5D222-16D6-4BC5-BB39-3C3F00F12DF5}" dt="2024-06-16T16:22:31.371" v="3813" actId="6549"/>
        <pc:sldMkLst>
          <pc:docMk/>
          <pc:sldMk cId="572699823" sldId="259"/>
        </pc:sldMkLst>
        <pc:spChg chg="mod">
          <ac:chgData name="Wiki Cholewa" userId="a7e065584b631d05" providerId="LiveId" clId="{A3A5D222-16D6-4BC5-BB39-3C3F00F12DF5}" dt="2024-06-16T16:22:31.371" v="3813" actId="6549"/>
          <ac:spMkLst>
            <pc:docMk/>
            <pc:sldMk cId="572699823" sldId="259"/>
            <ac:spMk id="2" creationId="{F6C42314-D6F6-9A40-7834-F067FCD54E92}"/>
          </ac:spMkLst>
        </pc:spChg>
        <pc:spChg chg="mod">
          <ac:chgData name="Wiki Cholewa" userId="a7e065584b631d05" providerId="LiveId" clId="{A3A5D222-16D6-4BC5-BB39-3C3F00F12DF5}" dt="2024-05-27T15:13:39.655" v="1149" actId="20577"/>
          <ac:spMkLst>
            <pc:docMk/>
            <pc:sldMk cId="572699823" sldId="259"/>
            <ac:spMk id="3" creationId="{457FA3FB-E98D-90CD-47B4-8CC25D6514E4}"/>
          </ac:spMkLst>
        </pc:spChg>
        <pc:spChg chg="mod">
          <ac:chgData name="Wiki Cholewa" userId="a7e065584b631d05" providerId="LiveId" clId="{A3A5D222-16D6-4BC5-BB39-3C3F00F12DF5}" dt="2024-05-27T15:13:45.097" v="1178" actId="20577"/>
          <ac:spMkLst>
            <pc:docMk/>
            <pc:sldMk cId="572699823" sldId="259"/>
            <ac:spMk id="4" creationId="{85720CF2-CC80-582F-F42B-D15B01DFE268}"/>
          </ac:spMkLst>
        </pc:spChg>
      </pc:sldChg>
      <pc:sldChg chg="modSp new mod modShow">
        <pc:chgData name="Wiki Cholewa" userId="a7e065584b631d05" providerId="LiveId" clId="{A3A5D222-16D6-4BC5-BB39-3C3F00F12DF5}" dt="2024-06-15T15:43:31.898" v="3741" actId="729"/>
        <pc:sldMkLst>
          <pc:docMk/>
          <pc:sldMk cId="2748303956" sldId="260"/>
        </pc:sldMkLst>
        <pc:spChg chg="mod">
          <ac:chgData name="Wiki Cholewa" userId="a7e065584b631d05" providerId="LiveId" clId="{A3A5D222-16D6-4BC5-BB39-3C3F00F12DF5}" dt="2024-05-28T12:50:16.732" v="3107" actId="20577"/>
          <ac:spMkLst>
            <pc:docMk/>
            <pc:sldMk cId="2748303956" sldId="260"/>
            <ac:spMk id="2" creationId="{C4CB83C7-C9B3-0197-9B36-F7ABB9FF84A9}"/>
          </ac:spMkLst>
        </pc:spChg>
        <pc:spChg chg="mod">
          <ac:chgData name="Wiki Cholewa" userId="a7e065584b631d05" providerId="LiveId" clId="{A3A5D222-16D6-4BC5-BB39-3C3F00F12DF5}" dt="2024-05-27T15:16:56.870" v="1726" actId="20577"/>
          <ac:spMkLst>
            <pc:docMk/>
            <pc:sldMk cId="2748303956" sldId="260"/>
            <ac:spMk id="3" creationId="{6D974418-81FE-BCCA-4D4F-E7875179D327}"/>
          </ac:spMkLst>
        </pc:spChg>
      </pc:sldChg>
      <pc:sldChg chg="addSp modSp new mod">
        <pc:chgData name="Wiki Cholewa" userId="a7e065584b631d05" providerId="LiveId" clId="{A3A5D222-16D6-4BC5-BB39-3C3F00F12DF5}" dt="2024-06-16T16:24:23.304" v="3896" actId="20577"/>
        <pc:sldMkLst>
          <pc:docMk/>
          <pc:sldMk cId="3090694744" sldId="261"/>
        </pc:sldMkLst>
        <pc:spChg chg="mod">
          <ac:chgData name="Wiki Cholewa" userId="a7e065584b631d05" providerId="LiveId" clId="{A3A5D222-16D6-4BC5-BB39-3C3F00F12DF5}" dt="2024-06-16T16:24:23.304" v="3896" actId="20577"/>
          <ac:spMkLst>
            <pc:docMk/>
            <pc:sldMk cId="3090694744" sldId="261"/>
            <ac:spMk id="2" creationId="{4BA1FD28-6889-2EA9-6B03-6C674984ACC5}"/>
          </ac:spMkLst>
        </pc:spChg>
        <pc:spChg chg="mod">
          <ac:chgData name="Wiki Cholewa" userId="a7e065584b631d05" providerId="LiveId" clId="{A3A5D222-16D6-4BC5-BB39-3C3F00F12DF5}" dt="2024-05-28T12:19:14.669" v="2845" actId="20577"/>
          <ac:spMkLst>
            <pc:docMk/>
            <pc:sldMk cId="3090694744" sldId="261"/>
            <ac:spMk id="3" creationId="{7EDAFBD0-3DFB-8DBC-D544-29A44F2EDD12}"/>
          </ac:spMkLst>
        </pc:spChg>
        <pc:picChg chg="add mod">
          <ac:chgData name="Wiki Cholewa" userId="a7e065584b631d05" providerId="LiveId" clId="{A3A5D222-16D6-4BC5-BB39-3C3F00F12DF5}" dt="2024-06-16T16:23:56.013" v="3882" actId="1076"/>
          <ac:picMkLst>
            <pc:docMk/>
            <pc:sldMk cId="3090694744" sldId="261"/>
            <ac:picMk id="7" creationId="{E48F4D20-296D-1C7D-C6C7-72542FC684C9}"/>
          </ac:picMkLst>
        </pc:picChg>
      </pc:sldChg>
      <pc:sldChg chg="addSp delSp modSp new mod">
        <pc:chgData name="Wiki Cholewa" userId="a7e065584b631d05" providerId="LiveId" clId="{A3A5D222-16D6-4BC5-BB39-3C3F00F12DF5}" dt="2024-06-18T14:06:20.091" v="6661" actId="21"/>
        <pc:sldMkLst>
          <pc:docMk/>
          <pc:sldMk cId="4162883649" sldId="262"/>
        </pc:sldMkLst>
        <pc:spChg chg="mod">
          <ac:chgData name="Wiki Cholewa" userId="a7e065584b631d05" providerId="LiveId" clId="{A3A5D222-16D6-4BC5-BB39-3C3F00F12DF5}" dt="2024-05-28T12:22:58.113" v="2938" actId="20577"/>
          <ac:spMkLst>
            <pc:docMk/>
            <pc:sldMk cId="4162883649" sldId="262"/>
            <ac:spMk id="2" creationId="{851FD6B1-0BA6-3AAB-2409-0644C7237979}"/>
          </ac:spMkLst>
        </pc:spChg>
        <pc:spChg chg="add mod">
          <ac:chgData name="Wiki Cholewa" userId="a7e065584b631d05" providerId="LiveId" clId="{A3A5D222-16D6-4BC5-BB39-3C3F00F12DF5}" dt="2024-05-28T12:42:04.066" v="2999" actId="14100"/>
          <ac:spMkLst>
            <pc:docMk/>
            <pc:sldMk cId="4162883649" sldId="262"/>
            <ac:spMk id="5" creationId="{A9560647-C360-89F7-8D10-97A25370FAFE}"/>
          </ac:spMkLst>
        </pc:spChg>
        <pc:spChg chg="add mod">
          <ac:chgData name="Wiki Cholewa" userId="a7e065584b631d05" providerId="LiveId" clId="{A3A5D222-16D6-4BC5-BB39-3C3F00F12DF5}" dt="2024-05-28T12:42:42.877" v="3006" actId="767"/>
          <ac:spMkLst>
            <pc:docMk/>
            <pc:sldMk cId="4162883649" sldId="262"/>
            <ac:spMk id="8" creationId="{DAF16760-178C-0DEB-393A-BF500431534D}"/>
          </ac:spMkLst>
        </pc:spChg>
        <pc:spChg chg="add mod">
          <ac:chgData name="Wiki Cholewa" userId="a7e065584b631d05" providerId="LiveId" clId="{A3A5D222-16D6-4BC5-BB39-3C3F00F12DF5}" dt="2024-05-28T12:45:25.171" v="3076" actId="20577"/>
          <ac:spMkLst>
            <pc:docMk/>
            <pc:sldMk cId="4162883649" sldId="262"/>
            <ac:spMk id="9" creationId="{B2D0C019-64FE-1263-9F2F-81B7B7EDFE67}"/>
          </ac:spMkLst>
        </pc:spChg>
        <pc:spChg chg="add mod">
          <ac:chgData name="Wiki Cholewa" userId="a7e065584b631d05" providerId="LiveId" clId="{A3A5D222-16D6-4BC5-BB39-3C3F00F12DF5}" dt="2024-05-28T12:48:42.049" v="3099" actId="14100"/>
          <ac:spMkLst>
            <pc:docMk/>
            <pc:sldMk cId="4162883649" sldId="262"/>
            <ac:spMk id="10" creationId="{3369168E-D01F-ABB8-E18A-0EE6C87E1F45}"/>
          </ac:spMkLst>
        </pc:spChg>
        <pc:spChg chg="add mod">
          <ac:chgData name="Wiki Cholewa" userId="a7e065584b631d05" providerId="LiveId" clId="{A3A5D222-16D6-4BC5-BB39-3C3F00F12DF5}" dt="2024-05-28T12:46:43.639" v="3084" actId="14100"/>
          <ac:spMkLst>
            <pc:docMk/>
            <pc:sldMk cId="4162883649" sldId="262"/>
            <ac:spMk id="11" creationId="{D09706FD-1A9E-C9CD-F9A1-A3FFF8A01A77}"/>
          </ac:spMkLst>
        </pc:spChg>
        <pc:spChg chg="add mod">
          <ac:chgData name="Wiki Cholewa" userId="a7e065584b631d05" providerId="LiveId" clId="{A3A5D222-16D6-4BC5-BB39-3C3F00F12DF5}" dt="2024-05-28T12:47:53.134" v="3094" actId="14100"/>
          <ac:spMkLst>
            <pc:docMk/>
            <pc:sldMk cId="4162883649" sldId="262"/>
            <ac:spMk id="12" creationId="{E1454AD4-1EA2-9CD1-25DD-91CF2054DD74}"/>
          </ac:spMkLst>
        </pc:spChg>
        <pc:spChg chg="add mod">
          <ac:chgData name="Wiki Cholewa" userId="a7e065584b631d05" providerId="LiveId" clId="{A3A5D222-16D6-4BC5-BB39-3C3F00F12DF5}" dt="2024-05-28T12:47:25.570" v="3092" actId="14100"/>
          <ac:spMkLst>
            <pc:docMk/>
            <pc:sldMk cId="4162883649" sldId="262"/>
            <ac:spMk id="13" creationId="{8F881BA9-5A13-2724-A505-CFE2AA1A209F}"/>
          </ac:spMkLst>
        </pc:spChg>
        <pc:picChg chg="add del mod">
          <ac:chgData name="Wiki Cholewa" userId="a7e065584b631d05" providerId="LiveId" clId="{A3A5D222-16D6-4BC5-BB39-3C3F00F12DF5}" dt="2024-06-18T14:06:20.091" v="6661" actId="21"/>
          <ac:picMkLst>
            <pc:docMk/>
            <pc:sldMk cId="4162883649" sldId="262"/>
            <ac:picMk id="7" creationId="{DD18A5A2-B4A3-3FF6-606D-D6DE86178CDC}"/>
          </ac:picMkLst>
        </pc:picChg>
      </pc:sldChg>
      <pc:sldChg chg="addSp delSp modSp new del mod">
        <pc:chgData name="Wiki Cholewa" userId="a7e065584b631d05" providerId="LiveId" clId="{A3A5D222-16D6-4BC5-BB39-3C3F00F12DF5}" dt="2024-06-16T16:29:11.652" v="3939" actId="2696"/>
        <pc:sldMkLst>
          <pc:docMk/>
          <pc:sldMk cId="2126144963" sldId="263"/>
        </pc:sldMkLst>
        <pc:spChg chg="del mod">
          <ac:chgData name="Wiki Cholewa" userId="a7e065584b631d05" providerId="LiveId" clId="{A3A5D222-16D6-4BC5-BB39-3C3F00F12DF5}" dt="2024-06-15T15:47:39.648" v="3750" actId="478"/>
          <ac:spMkLst>
            <pc:docMk/>
            <pc:sldMk cId="2126144963" sldId="263"/>
            <ac:spMk id="2" creationId="{B1489AF4-C543-A502-3440-A9D7737A58B9}"/>
          </ac:spMkLst>
        </pc:spChg>
        <pc:spChg chg="mod">
          <ac:chgData name="Wiki Cholewa" userId="a7e065584b631d05" providerId="LiveId" clId="{A3A5D222-16D6-4BC5-BB39-3C3F00F12DF5}" dt="2024-06-16T16:29:04.137" v="3937" actId="20577"/>
          <ac:spMkLst>
            <pc:docMk/>
            <pc:sldMk cId="2126144963" sldId="263"/>
            <ac:spMk id="3" creationId="{66283A0C-3C57-7EC0-3284-3E9F2525D424}"/>
          </ac:spMkLst>
        </pc:spChg>
        <pc:picChg chg="add del mod">
          <ac:chgData name="Wiki Cholewa" userId="a7e065584b631d05" providerId="LiveId" clId="{A3A5D222-16D6-4BC5-BB39-3C3F00F12DF5}" dt="2024-06-16T16:23:42.199" v="3878" actId="21"/>
          <ac:picMkLst>
            <pc:docMk/>
            <pc:sldMk cId="2126144963" sldId="263"/>
            <ac:picMk id="7" creationId="{E48F4D20-296D-1C7D-C6C7-72542FC684C9}"/>
          </ac:picMkLst>
        </pc:picChg>
      </pc:sldChg>
      <pc:sldChg chg="modSp new del mod">
        <pc:chgData name="Wiki Cholewa" userId="a7e065584b631d05" providerId="LiveId" clId="{A3A5D222-16D6-4BC5-BB39-3C3F00F12DF5}" dt="2024-06-16T16:29:43.322" v="3981" actId="2696"/>
        <pc:sldMkLst>
          <pc:docMk/>
          <pc:sldMk cId="3915918534" sldId="264"/>
        </pc:sldMkLst>
        <pc:spChg chg="mod">
          <ac:chgData name="Wiki Cholewa" userId="a7e065584b631d05" providerId="LiveId" clId="{A3A5D222-16D6-4BC5-BB39-3C3F00F12DF5}" dt="2024-06-16T16:29:24.138" v="3977" actId="20577"/>
          <ac:spMkLst>
            <pc:docMk/>
            <pc:sldMk cId="3915918534" sldId="264"/>
            <ac:spMk id="3" creationId="{1F5371CF-C3ED-2964-B84B-C4D79BD81A6C}"/>
          </ac:spMkLst>
        </pc:spChg>
      </pc:sldChg>
      <pc:sldChg chg="new del">
        <pc:chgData name="Wiki Cholewa" userId="a7e065584b631d05" providerId="LiveId" clId="{A3A5D222-16D6-4BC5-BB39-3C3F00F12DF5}" dt="2024-06-16T16:29:39.967" v="3980" actId="2696"/>
        <pc:sldMkLst>
          <pc:docMk/>
          <pc:sldMk cId="2233903669" sldId="265"/>
        </pc:sldMkLst>
      </pc:sldChg>
      <pc:sldChg chg="modSp new mod">
        <pc:chgData name="Wiki Cholewa" userId="a7e065584b631d05" providerId="LiveId" clId="{A3A5D222-16D6-4BC5-BB39-3C3F00F12DF5}" dt="2024-06-18T12:06:26.355" v="4334" actId="5793"/>
        <pc:sldMkLst>
          <pc:docMk/>
          <pc:sldMk cId="2382854672" sldId="266"/>
        </pc:sldMkLst>
        <pc:spChg chg="mod">
          <ac:chgData name="Wiki Cholewa" userId="a7e065584b631d05" providerId="LiveId" clId="{A3A5D222-16D6-4BC5-BB39-3C3F00F12DF5}" dt="2024-06-18T12:06:26.355" v="4334" actId="5793"/>
          <ac:spMkLst>
            <pc:docMk/>
            <pc:sldMk cId="2382854672" sldId="266"/>
            <ac:spMk id="2" creationId="{D5C9F965-AFFA-9EA9-BF70-C5B34865C897}"/>
          </ac:spMkLst>
        </pc:spChg>
        <pc:spChg chg="mod">
          <ac:chgData name="Wiki Cholewa" userId="a7e065584b631d05" providerId="LiveId" clId="{A3A5D222-16D6-4BC5-BB39-3C3F00F12DF5}" dt="2024-06-16T16:29:57.892" v="4018" actId="20577"/>
          <ac:spMkLst>
            <pc:docMk/>
            <pc:sldMk cId="2382854672" sldId="266"/>
            <ac:spMk id="3" creationId="{AA311E86-6626-A654-D7C7-BC102360083E}"/>
          </ac:spMkLst>
        </pc:spChg>
      </pc:sldChg>
      <pc:sldChg chg="addSp delSp modSp new del mod">
        <pc:chgData name="Wiki Cholewa" userId="a7e065584b631d05" providerId="LiveId" clId="{A3A5D222-16D6-4BC5-BB39-3C3F00F12DF5}" dt="2024-06-18T13:14:19.656" v="6639" actId="2696"/>
        <pc:sldMkLst>
          <pc:docMk/>
          <pc:sldMk cId="1792600451" sldId="267"/>
        </pc:sldMkLst>
        <pc:spChg chg="del">
          <ac:chgData name="Wiki Cholewa" userId="a7e065584b631d05" providerId="LiveId" clId="{A3A5D222-16D6-4BC5-BB39-3C3F00F12DF5}" dt="2024-06-18T11:54:26.566" v="4023" actId="478"/>
          <ac:spMkLst>
            <pc:docMk/>
            <pc:sldMk cId="1792600451" sldId="267"/>
            <ac:spMk id="2" creationId="{4D6A79C4-646A-0D54-8BE9-4D63C0613B07}"/>
          </ac:spMkLst>
        </pc:spChg>
        <pc:spChg chg="mod">
          <ac:chgData name="Wiki Cholewa" userId="a7e065584b631d05" providerId="LiveId" clId="{A3A5D222-16D6-4BC5-BB39-3C3F00F12DF5}" dt="2024-06-18T11:54:20.704" v="4021" actId="27636"/>
          <ac:spMkLst>
            <pc:docMk/>
            <pc:sldMk cId="1792600451" sldId="267"/>
            <ac:spMk id="3" creationId="{BB84F6EC-BA41-A90D-1927-364FFD5598A8}"/>
          </ac:spMkLst>
        </pc:spChg>
        <pc:picChg chg="add mod">
          <ac:chgData name="Wiki Cholewa" userId="a7e065584b631d05" providerId="LiveId" clId="{A3A5D222-16D6-4BC5-BB39-3C3F00F12DF5}" dt="2024-06-18T11:54:34.545" v="4026" actId="1076"/>
          <ac:picMkLst>
            <pc:docMk/>
            <pc:sldMk cId="1792600451" sldId="267"/>
            <ac:picMk id="7" creationId="{6D33E3B4-7FB3-913B-83E2-73DD34FD019C}"/>
          </ac:picMkLst>
        </pc:picChg>
        <pc:picChg chg="add del mod">
          <ac:chgData name="Wiki Cholewa" userId="a7e065584b631d05" providerId="LiveId" clId="{A3A5D222-16D6-4BC5-BB39-3C3F00F12DF5}" dt="2024-06-18T13:14:00.200" v="6636" actId="21"/>
          <ac:picMkLst>
            <pc:docMk/>
            <pc:sldMk cId="1792600451" sldId="267"/>
            <ac:picMk id="9" creationId="{8AE994B3-F226-FB74-242F-B9EB1D64D811}"/>
          </ac:picMkLst>
        </pc:picChg>
      </pc:sldChg>
      <pc:sldChg chg="modSp new mod">
        <pc:chgData name="Wiki Cholewa" userId="a7e065584b631d05" providerId="LiveId" clId="{A3A5D222-16D6-4BC5-BB39-3C3F00F12DF5}" dt="2024-06-18T12:09:47.642" v="4691" actId="5793"/>
        <pc:sldMkLst>
          <pc:docMk/>
          <pc:sldMk cId="3529860786" sldId="268"/>
        </pc:sldMkLst>
        <pc:spChg chg="mod">
          <ac:chgData name="Wiki Cholewa" userId="a7e065584b631d05" providerId="LiveId" clId="{A3A5D222-16D6-4BC5-BB39-3C3F00F12DF5}" dt="2024-06-18T12:09:47.642" v="4691" actId="5793"/>
          <ac:spMkLst>
            <pc:docMk/>
            <pc:sldMk cId="3529860786" sldId="268"/>
            <ac:spMk id="2" creationId="{5B3D0914-5D1C-6B6E-1AF7-EAAF7F6A64A7}"/>
          </ac:spMkLst>
        </pc:spChg>
        <pc:spChg chg="mod">
          <ac:chgData name="Wiki Cholewa" userId="a7e065584b631d05" providerId="LiveId" clId="{A3A5D222-16D6-4BC5-BB39-3C3F00F12DF5}" dt="2024-06-18T12:06:48.928" v="4355" actId="20577"/>
          <ac:spMkLst>
            <pc:docMk/>
            <pc:sldMk cId="3529860786" sldId="268"/>
            <ac:spMk id="3" creationId="{27D48F33-DBB9-6A93-AEA5-79B474A627FB}"/>
          </ac:spMkLst>
        </pc:spChg>
      </pc:sldChg>
      <pc:sldChg chg="addSp delSp modSp new mod">
        <pc:chgData name="Wiki Cholewa" userId="a7e065584b631d05" providerId="LiveId" clId="{A3A5D222-16D6-4BC5-BB39-3C3F00F12DF5}" dt="2024-06-18T12:43:13.528" v="5123" actId="1076"/>
        <pc:sldMkLst>
          <pc:docMk/>
          <pc:sldMk cId="1518382799" sldId="269"/>
        </pc:sldMkLst>
        <pc:spChg chg="mod">
          <ac:chgData name="Wiki Cholewa" userId="a7e065584b631d05" providerId="LiveId" clId="{A3A5D222-16D6-4BC5-BB39-3C3F00F12DF5}" dt="2024-06-18T12:43:13.528" v="5123" actId="1076"/>
          <ac:spMkLst>
            <pc:docMk/>
            <pc:sldMk cId="1518382799" sldId="269"/>
            <ac:spMk id="2" creationId="{3B1E8BCB-F548-B957-E3FE-7EC8ADDE87B5}"/>
          </ac:spMkLst>
        </pc:spChg>
        <pc:spChg chg="mod">
          <ac:chgData name="Wiki Cholewa" userId="a7e065584b631d05" providerId="LiveId" clId="{A3A5D222-16D6-4BC5-BB39-3C3F00F12DF5}" dt="2024-06-18T12:31:18.406" v="5019" actId="1076"/>
          <ac:spMkLst>
            <pc:docMk/>
            <pc:sldMk cId="1518382799" sldId="269"/>
            <ac:spMk id="3" creationId="{64C2ADCC-5D22-627A-37D6-A13279A31483}"/>
          </ac:spMkLst>
        </pc:spChg>
        <pc:spChg chg="del">
          <ac:chgData name="Wiki Cholewa" userId="a7e065584b631d05" providerId="LiveId" clId="{A3A5D222-16D6-4BC5-BB39-3C3F00F12DF5}" dt="2024-06-18T12:20:00.837" v="4826" actId="478"/>
          <ac:spMkLst>
            <pc:docMk/>
            <pc:sldMk cId="1518382799" sldId="269"/>
            <ac:spMk id="4" creationId="{56465E8C-57F7-05A4-83F0-27F68BEB0828}"/>
          </ac:spMkLst>
        </pc:spChg>
        <pc:spChg chg="add del mod">
          <ac:chgData name="Wiki Cholewa" userId="a7e065584b631d05" providerId="LiveId" clId="{A3A5D222-16D6-4BC5-BB39-3C3F00F12DF5}" dt="2024-06-18T12:22:25.347" v="4866" actId="478"/>
          <ac:spMkLst>
            <pc:docMk/>
            <pc:sldMk cId="1518382799" sldId="269"/>
            <ac:spMk id="6" creationId="{F0A19614-D768-6AFC-4704-0F82E3BA77F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7" creationId="{6C51D4CD-B617-DAE7-2F84-088FF385E2F8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8" creationId="{833C10C8-66D0-4E5F-2F2B-2B848D2AB3B3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9" creationId="{6A480040-10FD-B15D-3DE5-6BF4ADE10BCE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0" creationId="{ECDB0E8B-59FE-BB22-570E-8DB858CB90E2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1" creationId="{1B0A4E5E-E958-FFB3-D5E9-76C56E0B727C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2" creationId="{530DFF5A-97F0-E8F9-8961-F0EE14EE639B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3" creationId="{70E5DA8F-7EB3-2112-CE10-DF0F19A280FD}"/>
          </ac:spMkLst>
        </pc:spChg>
        <pc:spChg chg="add del mod">
          <ac:chgData name="Wiki Cholewa" userId="a7e065584b631d05" providerId="LiveId" clId="{A3A5D222-16D6-4BC5-BB39-3C3F00F12DF5}" dt="2024-06-18T12:19:56.116" v="4825" actId="478"/>
          <ac:spMkLst>
            <pc:docMk/>
            <pc:sldMk cId="1518382799" sldId="269"/>
            <ac:spMk id="14" creationId="{DF280F52-C724-2771-73F6-EF08612CD453}"/>
          </ac:spMkLst>
        </pc:spChg>
        <pc:spChg chg="add del mod">
          <ac:chgData name="Wiki Cholewa" userId="a7e065584b631d05" providerId="LiveId" clId="{A3A5D222-16D6-4BC5-BB39-3C3F00F12DF5}" dt="2024-06-18T12:19:54.633" v="4824" actId="478"/>
          <ac:spMkLst>
            <pc:docMk/>
            <pc:sldMk cId="1518382799" sldId="269"/>
            <ac:spMk id="15" creationId="{6610FCB0-AF3F-67FB-2DAF-1AAF3A262F75}"/>
          </ac:spMkLst>
        </pc:spChg>
        <pc:spChg chg="add del mod">
          <ac:chgData name="Wiki Cholewa" userId="a7e065584b631d05" providerId="LiveId" clId="{A3A5D222-16D6-4BC5-BB39-3C3F00F12DF5}" dt="2024-06-18T12:20:43.349" v="4837" actId="478"/>
          <ac:spMkLst>
            <pc:docMk/>
            <pc:sldMk cId="1518382799" sldId="269"/>
            <ac:spMk id="16" creationId="{96226455-6937-8A59-66EA-4B8643EE4A24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17" creationId="{4CC63D6A-12AE-B519-D481-3ADFAA537AD8}"/>
          </ac:spMkLst>
        </pc:spChg>
        <pc:spChg chg="add del mod">
          <ac:chgData name="Wiki Cholewa" userId="a7e065584b631d05" providerId="LiveId" clId="{A3A5D222-16D6-4BC5-BB39-3C3F00F12DF5}" dt="2024-06-18T12:21:41.139" v="4853" actId="478"/>
          <ac:spMkLst>
            <pc:docMk/>
            <pc:sldMk cId="1518382799" sldId="269"/>
            <ac:spMk id="18" creationId="{DE241A2E-4C65-9267-39C3-B843DDC12B37}"/>
          </ac:spMkLst>
        </pc:spChg>
        <pc:spChg chg="add del mod">
          <ac:chgData name="Wiki Cholewa" userId="a7e065584b631d05" providerId="LiveId" clId="{A3A5D222-16D6-4BC5-BB39-3C3F00F12DF5}" dt="2024-06-18T12:20:59.473" v="4843" actId="478"/>
          <ac:spMkLst>
            <pc:docMk/>
            <pc:sldMk cId="1518382799" sldId="269"/>
            <ac:spMk id="19" creationId="{B9143BED-8166-010A-7685-9A0DDFFAC31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0" creationId="{99860E59-882B-3301-788E-2EAA22EBA523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1" creationId="{DECF7708-A008-CAD6-FA07-0C23360C4F6A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2" creationId="{6281FD0C-D24B-D13A-3801-E5E89739BB6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3" creationId="{AAAAC69B-A499-DC92-C1A9-4D1DC05D96CC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4" creationId="{070A1E38-7A44-2651-0AF2-A71C9DFFE50B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5" creationId="{BD4DFCE8-0A47-37CB-9AAD-AA34A702C6A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6" creationId="{27F8947C-0C3F-1860-8478-ECC8646F0491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7" creationId="{93ED3860-2351-5149-D3BF-B73C145EAAA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28" creationId="{98D5B64A-934E-4B81-E805-18129A539245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9" creationId="{125D2079-8B6E-E69C-F61E-DBC0E98314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0" creationId="{925EB9E0-7145-E8FE-B379-978B899F07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1" creationId="{0DBCDCBF-4933-8B53-02CD-6E7E6942143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2" creationId="{44B917F6-BA01-BE26-067E-67E9F23D9D1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3" creationId="{14E40E0F-C5F7-0ADB-802A-FACD4165C947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4" creationId="{D0D135A2-AA20-968A-5A92-07D5E601DED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5" creationId="{C22E7246-6CFA-94EF-987A-9944FB9681F5}"/>
          </ac:spMkLst>
        </pc:spChg>
        <pc:spChg chg="add del mod">
          <ac:chgData name="Wiki Cholewa" userId="a7e065584b631d05" providerId="LiveId" clId="{A3A5D222-16D6-4BC5-BB39-3C3F00F12DF5}" dt="2024-06-18T12:32:29.253" v="5037" actId="478"/>
          <ac:spMkLst>
            <pc:docMk/>
            <pc:sldMk cId="1518382799" sldId="269"/>
            <ac:spMk id="45" creationId="{ED0CDB47-692E-D927-934D-41927CA64D96}"/>
          </ac:spMkLst>
        </pc:spChg>
        <pc:spChg chg="add del mod">
          <ac:chgData name="Wiki Cholewa" userId="a7e065584b631d05" providerId="LiveId" clId="{A3A5D222-16D6-4BC5-BB39-3C3F00F12DF5}" dt="2024-06-18T12:26:54.614" v="4955" actId="478"/>
          <ac:spMkLst>
            <pc:docMk/>
            <pc:sldMk cId="1518382799" sldId="269"/>
            <ac:spMk id="46" creationId="{C8887DB6-9FFA-13BD-3FA8-16BD474F8C05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7" creationId="{9A80BD53-3188-3FFC-C85D-6D7EC30EB304}"/>
          </ac:spMkLst>
        </pc:spChg>
        <pc:spChg chg="add del mod">
          <ac:chgData name="Wiki Cholewa" userId="a7e065584b631d05" providerId="LiveId" clId="{A3A5D222-16D6-4BC5-BB39-3C3F00F12DF5}" dt="2024-06-18T12:29:10.027" v="4995" actId="478"/>
          <ac:spMkLst>
            <pc:docMk/>
            <pc:sldMk cId="1518382799" sldId="269"/>
            <ac:spMk id="48" creationId="{D7F727D7-7C17-9E6B-F40F-55EB99C5ACE7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9" creationId="{D62F009B-B6AB-CE28-E332-03253DF857C0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50" creationId="{4FF812E8-27B3-5DE1-C645-0876B8780561}"/>
          </ac:spMkLst>
        </pc:spChg>
        <pc:cxnChg chg="add del mod">
          <ac:chgData name="Wiki Cholewa" userId="a7e065584b631d05" providerId="LiveId" clId="{A3A5D222-16D6-4BC5-BB39-3C3F00F12DF5}" dt="2024-06-18T12:32:23.555" v="5033" actId="478"/>
          <ac:cxnSpMkLst>
            <pc:docMk/>
            <pc:sldMk cId="1518382799" sldId="269"/>
            <ac:cxnSpMk id="37" creationId="{DB8D7A60-F341-D826-4FFB-009521B7AFF2}"/>
          </ac:cxnSpMkLst>
        </pc:cxnChg>
        <pc:cxnChg chg="add del mod">
          <ac:chgData name="Wiki Cholewa" userId="a7e065584b631d05" providerId="LiveId" clId="{A3A5D222-16D6-4BC5-BB39-3C3F00F12DF5}" dt="2024-06-18T12:32:26.089" v="5035" actId="478"/>
          <ac:cxnSpMkLst>
            <pc:docMk/>
            <pc:sldMk cId="1518382799" sldId="269"/>
            <ac:cxnSpMk id="38" creationId="{67EA1500-AB04-925D-CC69-EC6F49E0CA28}"/>
          </ac:cxnSpMkLst>
        </pc:cxnChg>
        <pc:cxnChg chg="add del mod">
          <ac:chgData name="Wiki Cholewa" userId="a7e065584b631d05" providerId="LiveId" clId="{A3A5D222-16D6-4BC5-BB39-3C3F00F12DF5}" dt="2024-06-18T12:32:24.890" v="5034" actId="478"/>
          <ac:cxnSpMkLst>
            <pc:docMk/>
            <pc:sldMk cId="1518382799" sldId="269"/>
            <ac:cxnSpMk id="39" creationId="{A76BFA60-2F51-CACB-990C-2548E2DB9B37}"/>
          </ac:cxnSpMkLst>
        </pc:cxnChg>
      </pc:sldChg>
      <pc:sldChg chg="addSp delSp modSp new mod">
        <pc:chgData name="Wiki Cholewa" userId="a7e065584b631d05" providerId="LiveId" clId="{A3A5D222-16D6-4BC5-BB39-3C3F00F12DF5}" dt="2024-06-18T12:42:55.310" v="5119" actId="20577"/>
        <pc:sldMkLst>
          <pc:docMk/>
          <pc:sldMk cId="2886280748" sldId="270"/>
        </pc:sldMkLst>
        <pc:spChg chg="mod">
          <ac:chgData name="Wiki Cholewa" userId="a7e065584b631d05" providerId="LiveId" clId="{A3A5D222-16D6-4BC5-BB39-3C3F00F12DF5}" dt="2024-06-18T12:30:55.747" v="5013" actId="20577"/>
          <ac:spMkLst>
            <pc:docMk/>
            <pc:sldMk cId="2886280748" sldId="270"/>
            <ac:spMk id="2" creationId="{C05EE659-9E15-F7BC-680A-E57050233FB1}"/>
          </ac:spMkLst>
        </pc:spChg>
        <pc:spChg chg="del">
          <ac:chgData name="Wiki Cholewa" userId="a7e065584b631d05" providerId="LiveId" clId="{A3A5D222-16D6-4BC5-BB39-3C3F00F12DF5}" dt="2024-06-18T12:31:08.097" v="5015" actId="478"/>
          <ac:spMkLst>
            <pc:docMk/>
            <pc:sldMk cId="2886280748" sldId="270"/>
            <ac:spMk id="3" creationId="{0AAADA93-33A9-185F-4285-B603F0402066}"/>
          </ac:spMkLst>
        </pc:spChg>
        <pc:spChg chg="add del mod">
          <ac:chgData name="Wiki Cholewa" userId="a7e065584b631d05" providerId="LiveId" clId="{A3A5D222-16D6-4BC5-BB39-3C3F00F12DF5}" dt="2024-06-18T12:32:20.655" v="5032" actId="478"/>
          <ac:spMkLst>
            <pc:docMk/>
            <pc:sldMk cId="2886280748" sldId="270"/>
            <ac:spMk id="5" creationId="{051F096C-FC50-0676-3EAA-49A562C93581}"/>
          </ac:spMkLst>
        </pc:spChg>
        <pc:spChg chg="add mod">
          <ac:chgData name="Wiki Cholewa" userId="a7e065584b631d05" providerId="LiveId" clId="{A3A5D222-16D6-4BC5-BB39-3C3F00F12DF5}" dt="2024-06-18T12:33:09.220" v="5051" actId="1076"/>
          <ac:spMkLst>
            <pc:docMk/>
            <pc:sldMk cId="2886280748" sldId="270"/>
            <ac:spMk id="6" creationId="{7317288B-C78F-98F6-DB80-DAF0AFAA5F4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7" creationId="{6C51D4CD-B617-DAE7-2F84-088FF385E2F8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8" creationId="{833C10C8-66D0-4E5F-2F2B-2B848D2AB3B3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9" creationId="{6A480040-10FD-B15D-3DE5-6BF4ADE10BCE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0" creationId="{ECDB0E8B-59FE-BB22-570E-8DB858CB90E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1" creationId="{1B0A4E5E-E958-FFB3-D5E9-76C56E0B727C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2" creationId="{530DFF5A-97F0-E8F9-8961-F0EE14EE639B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3" creationId="{70E5DA8F-7EB3-2112-CE10-DF0F19A280FD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17" creationId="{4CC63D6A-12AE-B519-D481-3ADFAA537AD8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0" creationId="{99860E59-882B-3301-788E-2EAA22EBA523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1" creationId="{DECF7708-A008-CAD6-FA07-0C23360C4F6A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2" creationId="{6281FD0C-D24B-D13A-3801-E5E89739BB6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3" creationId="{AAAAC69B-A499-DC92-C1A9-4D1DC05D96CC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4" creationId="{070A1E38-7A44-2651-0AF2-A71C9DFFE50B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5" creationId="{BD4DFCE8-0A47-37CB-9AAD-AA34A702C6AE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6" creationId="{27F8947C-0C3F-1860-8478-ECC8646F0491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7" creationId="{93ED3860-2351-5149-D3BF-B73C145EAAAD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28" creationId="{98D5B64A-934E-4B81-E805-18129A539245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9" creationId="{125D2079-8B6E-E69C-F61E-DBC0E98314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0" creationId="{925EB9E0-7145-E8FE-B379-978B899F07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1" creationId="{0DBCDCBF-4933-8B53-02CD-6E7E6942143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2" creationId="{44B917F6-BA01-BE26-067E-67E9F23D9D1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3" creationId="{14E40E0F-C5F7-0ADB-802A-FACD4165C947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4" creationId="{D0D135A2-AA20-968A-5A92-07D5E601DED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5" creationId="{C22E7246-6CFA-94EF-987A-9944FB9681F5}"/>
          </ac:spMkLst>
        </pc:spChg>
        <pc:spChg chg="add mod">
          <ac:chgData name="Wiki Cholewa" userId="a7e065584b631d05" providerId="LiveId" clId="{A3A5D222-16D6-4BC5-BB39-3C3F00F12DF5}" dt="2024-06-18T12:34:47.583" v="5077" actId="1076"/>
          <ac:spMkLst>
            <pc:docMk/>
            <pc:sldMk cId="2886280748" sldId="270"/>
            <ac:spMk id="41" creationId="{450F9D17-5A61-25CE-8818-3A52956863A3}"/>
          </ac:spMkLst>
        </pc:spChg>
        <pc:spChg chg="add mod">
          <ac:chgData name="Wiki Cholewa" userId="a7e065584b631d05" providerId="LiveId" clId="{A3A5D222-16D6-4BC5-BB39-3C3F00F12DF5}" dt="2024-06-18T12:35:02.727" v="5081" actId="1076"/>
          <ac:spMkLst>
            <pc:docMk/>
            <pc:sldMk cId="2886280748" sldId="270"/>
            <ac:spMk id="42" creationId="{05C14A42-01AA-E2A8-86E3-068D9D064B89}"/>
          </ac:spMkLst>
        </pc:spChg>
        <pc:spChg chg="add mod">
          <ac:chgData name="Wiki Cholewa" userId="a7e065584b631d05" providerId="LiveId" clId="{A3A5D222-16D6-4BC5-BB39-3C3F00F12DF5}" dt="2024-06-18T12:35:07.318" v="5082" actId="1076"/>
          <ac:spMkLst>
            <pc:docMk/>
            <pc:sldMk cId="2886280748" sldId="270"/>
            <ac:spMk id="43" creationId="{26196419-04C5-CAE8-893E-6E31AD0DC788}"/>
          </ac:spMkLst>
        </pc:spChg>
        <pc:spChg chg="add mod">
          <ac:chgData name="Wiki Cholewa" userId="a7e065584b631d05" providerId="LiveId" clId="{A3A5D222-16D6-4BC5-BB39-3C3F00F12DF5}" dt="2024-06-18T12:38:09.159" v="5100" actId="20577"/>
          <ac:spMkLst>
            <pc:docMk/>
            <pc:sldMk cId="2886280748" sldId="270"/>
            <ac:spMk id="47" creationId="{0CD8AA06-E68C-0ED3-5E1F-F1D208A7DD5C}"/>
          </ac:spMkLst>
        </pc:spChg>
        <pc:spChg chg="add mod">
          <ac:chgData name="Wiki Cholewa" userId="a7e065584b631d05" providerId="LiveId" clId="{A3A5D222-16D6-4BC5-BB39-3C3F00F12DF5}" dt="2024-06-18T12:38:23.950" v="5104" actId="1076"/>
          <ac:spMkLst>
            <pc:docMk/>
            <pc:sldMk cId="2886280748" sldId="270"/>
            <ac:spMk id="48" creationId="{0AC4F40E-DFCD-A2F6-ECD1-D47C4BF8EDF4}"/>
          </ac:spMkLst>
        </pc:spChg>
        <pc:spChg chg="add mod">
          <ac:chgData name="Wiki Cholewa" userId="a7e065584b631d05" providerId="LiveId" clId="{A3A5D222-16D6-4BC5-BB39-3C3F00F12DF5}" dt="2024-06-18T12:38:19.010" v="5103" actId="1076"/>
          <ac:spMkLst>
            <pc:docMk/>
            <pc:sldMk cId="2886280748" sldId="270"/>
            <ac:spMk id="49" creationId="{79B896E0-6975-B458-5A44-AA7267381A7F}"/>
          </ac:spMkLst>
        </pc:spChg>
        <pc:spChg chg="add mod">
          <ac:chgData name="Wiki Cholewa" userId="a7e065584b631d05" providerId="LiveId" clId="{A3A5D222-16D6-4BC5-BB39-3C3F00F12DF5}" dt="2024-06-18T12:42:55.310" v="5119" actId="20577"/>
          <ac:spMkLst>
            <pc:docMk/>
            <pc:sldMk cId="2886280748" sldId="270"/>
            <ac:spMk id="52" creationId="{66F7890A-5DA6-B5D0-3894-7B609D893281}"/>
          </ac:spMkLst>
        </pc:spChg>
        <pc:cxnChg chg="add mod">
          <ac:chgData name="Wiki Cholewa" userId="a7e065584b631d05" providerId="LiveId" clId="{A3A5D222-16D6-4BC5-BB39-3C3F00F12DF5}" dt="2024-06-18T12:33:40.537" v="5055" actId="1582"/>
          <ac:cxnSpMkLst>
            <pc:docMk/>
            <pc:sldMk cId="2886280748" sldId="270"/>
            <ac:cxnSpMk id="15" creationId="{F8A2283E-BA11-F36A-A4CF-5C2E5B5A3686}"/>
          </ac:cxnSpMkLst>
        </pc:cxnChg>
        <pc:cxnChg chg="add mod">
          <ac:chgData name="Wiki Cholewa" userId="a7e065584b631d05" providerId="LiveId" clId="{A3A5D222-16D6-4BC5-BB39-3C3F00F12DF5}" dt="2024-06-18T12:33:59.242" v="5061" actId="14100"/>
          <ac:cxnSpMkLst>
            <pc:docMk/>
            <pc:sldMk cId="2886280748" sldId="270"/>
            <ac:cxnSpMk id="16" creationId="{3E3F0F08-98C7-495E-8870-6AC95190C852}"/>
          </ac:cxnSpMkLst>
        </pc:cxnChg>
        <pc:cxnChg chg="add mod">
          <ac:chgData name="Wiki Cholewa" userId="a7e065584b631d05" providerId="LiveId" clId="{A3A5D222-16D6-4BC5-BB39-3C3F00F12DF5}" dt="2024-06-18T12:33:52.124" v="5059" actId="14100"/>
          <ac:cxnSpMkLst>
            <pc:docMk/>
            <pc:sldMk cId="2886280748" sldId="270"/>
            <ac:cxnSpMk id="18" creationId="{F9AF7D2E-CD57-921A-7129-652CD358278E}"/>
          </ac:cxnSpMkLst>
        </pc:cxnChg>
        <pc:cxnChg chg="add mod">
          <ac:chgData name="Wiki Cholewa" userId="a7e065584b631d05" providerId="LiveId" clId="{A3A5D222-16D6-4BC5-BB39-3C3F00F12DF5}" dt="2024-06-18T12:34:14.893" v="5064" actId="14100"/>
          <ac:cxnSpMkLst>
            <pc:docMk/>
            <pc:sldMk cId="2886280748" sldId="270"/>
            <ac:cxnSpMk id="37" creationId="{CF255792-DD00-0E29-9332-B1C53EC3800F}"/>
          </ac:cxnSpMkLst>
        </pc:cxnChg>
        <pc:cxnChg chg="add mod">
          <ac:chgData name="Wiki Cholewa" userId="a7e065584b631d05" providerId="LiveId" clId="{A3A5D222-16D6-4BC5-BB39-3C3F00F12DF5}" dt="2024-06-18T12:34:29.034" v="5068" actId="1076"/>
          <ac:cxnSpMkLst>
            <pc:docMk/>
            <pc:sldMk cId="2886280748" sldId="270"/>
            <ac:cxnSpMk id="39" creationId="{9492D33D-7AF5-757A-71CF-8A73084D5B6A}"/>
          </ac:cxnSpMkLst>
        </pc:cxnChg>
        <pc:cxnChg chg="add mod">
          <ac:chgData name="Wiki Cholewa" userId="a7e065584b631d05" providerId="LiveId" clId="{A3A5D222-16D6-4BC5-BB39-3C3F00F12DF5}" dt="2024-06-18T12:34:23.024" v="5067" actId="1076"/>
          <ac:cxnSpMkLst>
            <pc:docMk/>
            <pc:sldMk cId="2886280748" sldId="270"/>
            <ac:cxnSpMk id="40" creationId="{55EF8298-8AF6-8FAF-4323-4AF95BF44207}"/>
          </ac:cxnSpMkLst>
        </pc:cxnChg>
        <pc:cxnChg chg="add mod">
          <ac:chgData name="Wiki Cholewa" userId="a7e065584b631d05" providerId="LiveId" clId="{A3A5D222-16D6-4BC5-BB39-3C3F00F12DF5}" dt="2024-06-18T12:37:53.973" v="5088" actId="1076"/>
          <ac:cxnSpMkLst>
            <pc:docMk/>
            <pc:sldMk cId="2886280748" sldId="270"/>
            <ac:cxnSpMk id="44" creationId="{1F333145-E135-BF08-B41A-BD49A050CF16}"/>
          </ac:cxnSpMkLst>
        </pc:cxnChg>
        <pc:cxnChg chg="add mod">
          <ac:chgData name="Wiki Cholewa" userId="a7e065584b631d05" providerId="LiveId" clId="{A3A5D222-16D6-4BC5-BB39-3C3F00F12DF5}" dt="2024-06-18T12:37:40.109" v="5086" actId="1076"/>
          <ac:cxnSpMkLst>
            <pc:docMk/>
            <pc:sldMk cId="2886280748" sldId="270"/>
            <ac:cxnSpMk id="45" creationId="{F61A917A-418A-DED7-990C-F285E5B3E39A}"/>
          </ac:cxnSpMkLst>
        </pc:cxnChg>
        <pc:cxnChg chg="add mod">
          <ac:chgData name="Wiki Cholewa" userId="a7e065584b631d05" providerId="LiveId" clId="{A3A5D222-16D6-4BC5-BB39-3C3F00F12DF5}" dt="2024-06-18T12:37:49.177" v="5087" actId="1076"/>
          <ac:cxnSpMkLst>
            <pc:docMk/>
            <pc:sldMk cId="2886280748" sldId="270"/>
            <ac:cxnSpMk id="46" creationId="{BCDBB67F-344A-A22C-F978-EEEB25E5F27C}"/>
          </ac:cxnSpMkLst>
        </pc:cxnChg>
        <pc:cxnChg chg="add mod">
          <ac:chgData name="Wiki Cholewa" userId="a7e065584b631d05" providerId="LiveId" clId="{A3A5D222-16D6-4BC5-BB39-3C3F00F12DF5}" dt="2024-06-18T12:42:40.473" v="5106" actId="208"/>
          <ac:cxnSpMkLst>
            <pc:docMk/>
            <pc:sldMk cId="2886280748" sldId="270"/>
            <ac:cxnSpMk id="51" creationId="{1DC3DB74-B031-0649-9AA8-6A66DE7E9DFF}"/>
          </ac:cxnSpMkLst>
        </pc:cxnChg>
      </pc:sldChg>
      <pc:sldChg chg="modSp add mod ord">
        <pc:chgData name="Wiki Cholewa" userId="a7e065584b631d05" providerId="LiveId" clId="{A3A5D222-16D6-4BC5-BB39-3C3F00F12DF5}" dt="2024-06-18T12:47:50.768" v="5326" actId="20577"/>
        <pc:sldMkLst>
          <pc:docMk/>
          <pc:sldMk cId="95529279" sldId="271"/>
        </pc:sldMkLst>
        <pc:spChg chg="mod">
          <ac:chgData name="Wiki Cholewa" userId="a7e065584b631d05" providerId="LiveId" clId="{A3A5D222-16D6-4BC5-BB39-3C3F00F12DF5}" dt="2024-06-18T12:47:50.768" v="5326" actId="20577"/>
          <ac:spMkLst>
            <pc:docMk/>
            <pc:sldMk cId="95529279" sldId="271"/>
            <ac:spMk id="2" creationId="{3B1E8BCB-F548-B957-E3FE-7EC8ADDE87B5}"/>
          </ac:spMkLst>
        </pc:spChg>
      </pc:sldChg>
      <pc:sldChg chg="modSp new mod">
        <pc:chgData name="Wiki Cholewa" userId="a7e065584b631d05" providerId="LiveId" clId="{A3A5D222-16D6-4BC5-BB39-3C3F00F12DF5}" dt="2024-06-18T12:54:09.666" v="5713" actId="20577"/>
        <pc:sldMkLst>
          <pc:docMk/>
          <pc:sldMk cId="36262549" sldId="272"/>
        </pc:sldMkLst>
        <pc:spChg chg="mod">
          <ac:chgData name="Wiki Cholewa" userId="a7e065584b631d05" providerId="LiveId" clId="{A3A5D222-16D6-4BC5-BB39-3C3F00F12DF5}" dt="2024-06-18T12:54:09.666" v="5713" actId="20577"/>
          <ac:spMkLst>
            <pc:docMk/>
            <pc:sldMk cId="36262549" sldId="272"/>
            <ac:spMk id="2" creationId="{400627E2-4DDF-50FA-00A3-7EB204BD7BCE}"/>
          </ac:spMkLst>
        </pc:spChg>
        <pc:spChg chg="mod">
          <ac:chgData name="Wiki Cholewa" userId="a7e065584b631d05" providerId="LiveId" clId="{A3A5D222-16D6-4BC5-BB39-3C3F00F12DF5}" dt="2024-06-18T12:48:42.408" v="5392" actId="20577"/>
          <ac:spMkLst>
            <pc:docMk/>
            <pc:sldMk cId="36262549" sldId="272"/>
            <ac:spMk id="3" creationId="{36B05B30-2530-4181-C023-15A9D9826DC1}"/>
          </ac:spMkLst>
        </pc:spChg>
      </pc:sldChg>
      <pc:sldChg chg="new del">
        <pc:chgData name="Wiki Cholewa" userId="a7e065584b631d05" providerId="LiveId" clId="{A3A5D222-16D6-4BC5-BB39-3C3F00F12DF5}" dt="2024-06-18T12:48:11.765" v="5328" actId="2696"/>
        <pc:sldMkLst>
          <pc:docMk/>
          <pc:sldMk cId="650186399" sldId="272"/>
        </pc:sldMkLst>
      </pc:sldChg>
      <pc:sldChg chg="addSp delSp modSp new mod">
        <pc:chgData name="Wiki Cholewa" userId="a7e065584b631d05" providerId="LiveId" clId="{A3A5D222-16D6-4BC5-BB39-3C3F00F12DF5}" dt="2024-06-18T13:03:09.061" v="5907" actId="20577"/>
        <pc:sldMkLst>
          <pc:docMk/>
          <pc:sldMk cId="369909090" sldId="273"/>
        </pc:sldMkLst>
        <pc:spChg chg="mod">
          <ac:chgData name="Wiki Cholewa" userId="a7e065584b631d05" providerId="LiveId" clId="{A3A5D222-16D6-4BC5-BB39-3C3F00F12DF5}" dt="2024-06-18T12:54:20.558" v="5730" actId="20577"/>
          <ac:spMkLst>
            <pc:docMk/>
            <pc:sldMk cId="369909090" sldId="273"/>
            <ac:spMk id="2" creationId="{5352A49F-9122-C194-90FA-308B09679EFB}"/>
          </ac:spMkLst>
        </pc:spChg>
        <pc:spChg chg="add del mod">
          <ac:chgData name="Wiki Cholewa" userId="a7e065584b631d05" providerId="LiveId" clId="{A3A5D222-16D6-4BC5-BB39-3C3F00F12DF5}" dt="2024-06-18T13:01:22.418" v="5771" actId="478"/>
          <ac:spMkLst>
            <pc:docMk/>
            <pc:sldMk cId="369909090" sldId="273"/>
            <ac:spMk id="5" creationId="{D6B4F439-B88B-FCF9-B468-C4BE0AC96F9D}"/>
          </ac:spMkLst>
        </pc:spChg>
        <pc:spChg chg="add mod">
          <ac:chgData name="Wiki Cholewa" userId="a7e065584b631d05" providerId="LiveId" clId="{A3A5D222-16D6-4BC5-BB39-3C3F00F12DF5}" dt="2024-06-18T13:03:09.061" v="5907" actId="20577"/>
          <ac:spMkLst>
            <pc:docMk/>
            <pc:sldMk cId="369909090" sldId="273"/>
            <ac:spMk id="7" creationId="{F8F38866-A085-5C4D-5204-B52B4AC70D61}"/>
          </ac:spMkLst>
        </pc:spChg>
        <pc:picChg chg="add mod">
          <ac:chgData name="Wiki Cholewa" userId="a7e065584b631d05" providerId="LiveId" clId="{A3A5D222-16D6-4BC5-BB39-3C3F00F12DF5}" dt="2024-06-18T13:01:55.818" v="5778" actId="1076"/>
          <ac:picMkLst>
            <pc:docMk/>
            <pc:sldMk cId="369909090" sldId="273"/>
            <ac:picMk id="6" creationId="{EA8F1394-550D-3C79-3BAF-91173A2F1661}"/>
          </ac:picMkLst>
        </pc:picChg>
      </pc:sldChg>
      <pc:sldChg chg="addSp delSp modSp add mod">
        <pc:chgData name="Wiki Cholewa" userId="a7e065584b631d05" providerId="LiveId" clId="{A3A5D222-16D6-4BC5-BB39-3C3F00F12DF5}" dt="2024-06-18T13:00:21.057" v="5761" actId="478"/>
        <pc:sldMkLst>
          <pc:docMk/>
          <pc:sldMk cId="1646849638" sldId="274"/>
        </pc:sldMkLst>
        <pc:spChg chg="mod">
          <ac:chgData name="Wiki Cholewa" userId="a7e065584b631d05" providerId="LiveId" clId="{A3A5D222-16D6-4BC5-BB39-3C3F00F12DF5}" dt="2024-06-18T12:57:30.639" v="5740" actId="13926"/>
          <ac:spMkLst>
            <pc:docMk/>
            <pc:sldMk cId="1646849638" sldId="274"/>
            <ac:spMk id="5" creationId="{D6B4F439-B88B-FCF9-B468-C4BE0AC96F9D}"/>
          </ac:spMkLst>
        </pc:spChg>
        <pc:spChg chg="add del mod">
          <ac:chgData name="Wiki Cholewa" userId="a7e065584b631d05" providerId="LiveId" clId="{A3A5D222-16D6-4BC5-BB39-3C3F00F12DF5}" dt="2024-06-18T13:00:21.057" v="5761" actId="478"/>
          <ac:spMkLst>
            <pc:docMk/>
            <pc:sldMk cId="1646849638" sldId="274"/>
            <ac:spMk id="6" creationId="{7639E56D-493C-9752-D4A7-B263DB0AEBA9}"/>
          </ac:spMkLst>
        </pc:spChg>
        <pc:spChg chg="add del mod">
          <ac:chgData name="Wiki Cholewa" userId="a7e065584b631d05" providerId="LiveId" clId="{A3A5D222-16D6-4BC5-BB39-3C3F00F12DF5}" dt="2024-06-18T13:00:11.753" v="5758" actId="478"/>
          <ac:spMkLst>
            <pc:docMk/>
            <pc:sldMk cId="1646849638" sldId="274"/>
            <ac:spMk id="7" creationId="{EA7C116F-55FE-2A49-E962-E487785A74D6}"/>
          </ac:spMkLst>
        </pc:spChg>
        <pc:spChg chg="add del mod">
          <ac:chgData name="Wiki Cholewa" userId="a7e065584b631d05" providerId="LiveId" clId="{A3A5D222-16D6-4BC5-BB39-3C3F00F12DF5}" dt="2024-06-18T13:00:13.168" v="5759" actId="478"/>
          <ac:spMkLst>
            <pc:docMk/>
            <pc:sldMk cId="1646849638" sldId="274"/>
            <ac:spMk id="8" creationId="{27A8D432-23A1-47F4-D752-C789B87AC089}"/>
          </ac:spMkLst>
        </pc:spChg>
        <pc:spChg chg="add del mod">
          <ac:chgData name="Wiki Cholewa" userId="a7e065584b631d05" providerId="LiveId" clId="{A3A5D222-16D6-4BC5-BB39-3C3F00F12DF5}" dt="2024-06-18T13:00:14.841" v="5760" actId="478"/>
          <ac:spMkLst>
            <pc:docMk/>
            <pc:sldMk cId="1646849638" sldId="274"/>
            <ac:spMk id="9" creationId="{012D0785-46AA-E761-6329-8CE3662BA900}"/>
          </ac:spMkLst>
        </pc:spChg>
      </pc:sldChg>
      <pc:sldChg chg="modSp add mod ord">
        <pc:chgData name="Wiki Cholewa" userId="a7e065584b631d05" providerId="LiveId" clId="{A3A5D222-16D6-4BC5-BB39-3C3F00F12DF5}" dt="2024-06-18T13:00:54.049" v="5767" actId="13926"/>
        <pc:sldMkLst>
          <pc:docMk/>
          <pc:sldMk cId="1186012594" sldId="275"/>
        </pc:sldMkLst>
        <pc:spChg chg="mod">
          <ac:chgData name="Wiki Cholewa" userId="a7e065584b631d05" providerId="LiveId" clId="{A3A5D222-16D6-4BC5-BB39-3C3F00F12DF5}" dt="2024-06-18T13:00:54.049" v="5767" actId="13926"/>
          <ac:spMkLst>
            <pc:docMk/>
            <pc:sldMk cId="1186012594" sldId="275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0.841" v="5768" actId="13926"/>
        <pc:sldMkLst>
          <pc:docMk/>
          <pc:sldMk cId="1776101118" sldId="276"/>
        </pc:sldMkLst>
        <pc:spChg chg="mod">
          <ac:chgData name="Wiki Cholewa" userId="a7e065584b631d05" providerId="LiveId" clId="{A3A5D222-16D6-4BC5-BB39-3C3F00F12DF5}" dt="2024-06-18T13:01:00.841" v="5768" actId="13926"/>
          <ac:spMkLst>
            <pc:docMk/>
            <pc:sldMk cId="1776101118" sldId="276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7.620" v="5769" actId="13926"/>
        <pc:sldMkLst>
          <pc:docMk/>
          <pc:sldMk cId="3258351212" sldId="277"/>
        </pc:sldMkLst>
        <pc:spChg chg="mod">
          <ac:chgData name="Wiki Cholewa" userId="a7e065584b631d05" providerId="LiveId" clId="{A3A5D222-16D6-4BC5-BB39-3C3F00F12DF5}" dt="2024-06-18T13:01:07.620" v="5769" actId="13926"/>
          <ac:spMkLst>
            <pc:docMk/>
            <pc:sldMk cId="3258351212" sldId="277"/>
            <ac:spMk id="5" creationId="{D6B4F439-B88B-FCF9-B468-C4BE0AC96F9D}"/>
          </ac:spMkLst>
        </pc:spChg>
      </pc:sldChg>
      <pc:sldChg chg="add">
        <pc:chgData name="Wiki Cholewa" userId="a7e065584b631d05" providerId="LiveId" clId="{A3A5D222-16D6-4BC5-BB39-3C3F00F12DF5}" dt="2024-06-18T13:01:18.279" v="5770" actId="2890"/>
        <pc:sldMkLst>
          <pc:docMk/>
          <pc:sldMk cId="3328515686" sldId="278"/>
        </pc:sldMkLst>
      </pc:sldChg>
      <pc:sldChg chg="addSp delSp modSp new mod">
        <pc:chgData name="Wiki Cholewa" userId="a7e065584b631d05" providerId="LiveId" clId="{A3A5D222-16D6-4BC5-BB39-3C3F00F12DF5}" dt="2024-06-18T13:04:53.353" v="5945" actId="21"/>
        <pc:sldMkLst>
          <pc:docMk/>
          <pc:sldMk cId="1803902472" sldId="279"/>
        </pc:sldMkLst>
        <pc:spChg chg="del">
          <ac:chgData name="Wiki Cholewa" userId="a7e065584b631d05" providerId="LiveId" clId="{A3A5D222-16D6-4BC5-BB39-3C3F00F12DF5}" dt="2024-06-18T13:03:43.898" v="5936" actId="478"/>
          <ac:spMkLst>
            <pc:docMk/>
            <pc:sldMk cId="1803902472" sldId="279"/>
            <ac:spMk id="2" creationId="{D8C3E7BE-F1FD-2E08-144D-D913ED9F677D}"/>
          </ac:spMkLst>
        </pc:spChg>
        <pc:spChg chg="mod">
          <ac:chgData name="Wiki Cholewa" userId="a7e065584b631d05" providerId="LiveId" clId="{A3A5D222-16D6-4BC5-BB39-3C3F00F12DF5}" dt="2024-06-18T13:03:35.566" v="5926" actId="20577"/>
          <ac:spMkLst>
            <pc:docMk/>
            <pc:sldMk cId="1803902472" sldId="279"/>
            <ac:spMk id="3" creationId="{DBEED6B8-3BA1-6EC2-0BCC-602AFA047CBE}"/>
          </ac:spMkLst>
        </pc:spChg>
        <pc:spChg chg="mod">
          <ac:chgData name="Wiki Cholewa" userId="a7e065584b631d05" providerId="LiveId" clId="{A3A5D222-16D6-4BC5-BB39-3C3F00F12DF5}" dt="2024-06-18T13:03:38.212" v="5935" actId="20577"/>
          <ac:spMkLst>
            <pc:docMk/>
            <pc:sldMk cId="1803902472" sldId="279"/>
            <ac:spMk id="4" creationId="{B965F273-E654-423E-13B0-F0B5B50F0265}"/>
          </ac:spMkLst>
        </pc:spChg>
        <pc:spChg chg="add mod">
          <ac:chgData name="Wiki Cholewa" userId="a7e065584b631d05" providerId="LiveId" clId="{A3A5D222-16D6-4BC5-BB39-3C3F00F12DF5}" dt="2024-06-18T13:04:10.920" v="5940"/>
          <ac:spMkLst>
            <pc:docMk/>
            <pc:sldMk cId="1803902472" sldId="279"/>
            <ac:spMk id="6" creationId="{ED08F741-B99C-17AE-79A1-C1E2CC50FAE7}"/>
          </ac:spMkLst>
        </pc:spChg>
        <pc:picChg chg="add del mod">
          <ac:chgData name="Wiki Cholewa" userId="a7e065584b631d05" providerId="LiveId" clId="{A3A5D222-16D6-4BC5-BB39-3C3F00F12DF5}" dt="2024-06-18T13:04:53.353" v="5945" actId="21"/>
          <ac:picMkLst>
            <pc:docMk/>
            <pc:sldMk cId="1803902472" sldId="279"/>
            <ac:picMk id="7" creationId="{77A05C81-8E92-A075-C844-0FB75841FBD0}"/>
          </ac:picMkLst>
        </pc:picChg>
      </pc:sldChg>
      <pc:sldChg chg="addSp modSp add mod">
        <pc:chgData name="Wiki Cholewa" userId="a7e065584b631d05" providerId="LiveId" clId="{A3A5D222-16D6-4BC5-BB39-3C3F00F12DF5}" dt="2024-06-18T13:05:08.406" v="5948"/>
        <pc:sldMkLst>
          <pc:docMk/>
          <pc:sldMk cId="2190246025" sldId="280"/>
        </pc:sldMkLst>
        <pc:spChg chg="mod">
          <ac:chgData name="Wiki Cholewa" userId="a7e065584b631d05" providerId="LiveId" clId="{A3A5D222-16D6-4BC5-BB39-3C3F00F12DF5}" dt="2024-06-18T13:05:04.410" v="5947" actId="13926"/>
          <ac:spMkLst>
            <pc:docMk/>
            <pc:sldMk cId="2190246025" sldId="280"/>
            <ac:spMk id="6" creationId="{ED08F741-B99C-17AE-79A1-C1E2CC50FAE7}"/>
          </ac:spMkLst>
        </pc:spChg>
        <pc:picChg chg="add mod">
          <ac:chgData name="Wiki Cholewa" userId="a7e065584b631d05" providerId="LiveId" clId="{A3A5D222-16D6-4BC5-BB39-3C3F00F12DF5}" dt="2024-06-18T13:05:08.406" v="5948"/>
          <ac:picMkLst>
            <pc:docMk/>
            <pc:sldMk cId="2190246025" sldId="280"/>
            <ac:picMk id="7" creationId="{77A05C81-8E92-A075-C844-0FB75841FBD0}"/>
          </ac:picMkLst>
        </pc:picChg>
      </pc:sldChg>
      <pc:sldChg chg="modSp new mod">
        <pc:chgData name="Wiki Cholewa" userId="a7e065584b631d05" providerId="LiveId" clId="{A3A5D222-16D6-4BC5-BB39-3C3F00F12DF5}" dt="2024-06-18T13:12:40.498" v="6380" actId="20577"/>
        <pc:sldMkLst>
          <pc:docMk/>
          <pc:sldMk cId="1868354150" sldId="281"/>
        </pc:sldMkLst>
        <pc:spChg chg="mod">
          <ac:chgData name="Wiki Cholewa" userId="a7e065584b631d05" providerId="LiveId" clId="{A3A5D222-16D6-4BC5-BB39-3C3F00F12DF5}" dt="2024-06-18T13:12:40.498" v="6380" actId="20577"/>
          <ac:spMkLst>
            <pc:docMk/>
            <pc:sldMk cId="1868354150" sldId="281"/>
            <ac:spMk id="2" creationId="{DADAB032-AE13-1563-053A-8E4ADF10AF05}"/>
          </ac:spMkLst>
        </pc:spChg>
        <pc:spChg chg="mod">
          <ac:chgData name="Wiki Cholewa" userId="a7e065584b631d05" providerId="LiveId" clId="{A3A5D222-16D6-4BC5-BB39-3C3F00F12DF5}" dt="2024-06-18T13:05:47.196" v="5976" actId="20577"/>
          <ac:spMkLst>
            <pc:docMk/>
            <pc:sldMk cId="1868354150" sldId="281"/>
            <ac:spMk id="3" creationId="{7F2AA643-79F2-28B2-8B6F-C862A79F7AB9}"/>
          </ac:spMkLst>
        </pc:spChg>
      </pc:sldChg>
      <pc:sldChg chg="addSp modSp new mod">
        <pc:chgData name="Wiki Cholewa" userId="a7e065584b631d05" providerId="LiveId" clId="{A3A5D222-16D6-4BC5-BB39-3C3F00F12DF5}" dt="2024-06-18T13:14:09.262" v="6638" actId="1076"/>
        <pc:sldMkLst>
          <pc:docMk/>
          <pc:sldMk cId="4014662589" sldId="282"/>
        </pc:sldMkLst>
        <pc:spChg chg="mod">
          <ac:chgData name="Wiki Cholewa" userId="a7e065584b631d05" providerId="LiveId" clId="{A3A5D222-16D6-4BC5-BB39-3C3F00F12DF5}" dt="2024-06-18T13:13:52.542" v="6635" actId="5793"/>
          <ac:spMkLst>
            <pc:docMk/>
            <pc:sldMk cId="4014662589" sldId="282"/>
            <ac:spMk id="2" creationId="{D513BFE7-78A9-0E7D-718D-854B225F5298}"/>
          </ac:spMkLst>
        </pc:spChg>
        <pc:spChg chg="mod">
          <ac:chgData name="Wiki Cholewa" userId="a7e065584b631d05" providerId="LiveId" clId="{A3A5D222-16D6-4BC5-BB39-3C3F00F12DF5}" dt="2024-06-18T13:12:53.723" v="6398" actId="20577"/>
          <ac:spMkLst>
            <pc:docMk/>
            <pc:sldMk cId="4014662589" sldId="282"/>
            <ac:spMk id="3" creationId="{3F1113C5-D805-2B5D-31E4-0EEAEA735F26}"/>
          </ac:spMkLst>
        </pc:spChg>
        <pc:picChg chg="add mod">
          <ac:chgData name="Wiki Cholewa" userId="a7e065584b631d05" providerId="LiveId" clId="{A3A5D222-16D6-4BC5-BB39-3C3F00F12DF5}" dt="2024-06-18T13:14:09.262" v="6638" actId="1076"/>
          <ac:picMkLst>
            <pc:docMk/>
            <pc:sldMk cId="4014662589" sldId="282"/>
            <ac:picMk id="9" creationId="{8AE994B3-F226-FB74-242F-B9EB1D64D8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10.07.2026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09E3C423-5E7A-4DDD-B38B-F27554E0DE8A}" type="datetime1">
              <a:rPr lang="de-DE" smtClean="0"/>
              <a:t>10.07.2026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452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3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6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>
          <a:xfrm>
            <a:off x="393699" y="6627813"/>
            <a:ext cx="239185" cy="2079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B21705E7-C58B-41C1-85E5-D48DB982E5E7}" type="datetime1">
              <a:rPr lang="de-DE" smtClean="0"/>
              <a:t>10.07.2026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712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5798B34-4A25-40A0-900B-1450FBA63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" b="7798"/>
          <a:stretch/>
        </p:blipFill>
        <p:spPr>
          <a:xfrm>
            <a:off x="4175" y="0"/>
            <a:ext cx="12187825" cy="6858000"/>
          </a:xfrm>
          <a:prstGeom prst="rect">
            <a:avLst/>
          </a:prstGeom>
        </p:spPr>
      </p:pic>
      <p:pic>
        <p:nvPicPr>
          <p:cNvPr id="6" name="Grafik 13">
            <a:extLst>
              <a:ext uri="{FF2B5EF4-FFF2-40B4-BE49-F238E27FC236}">
                <a16:creationId xmlns:a16="http://schemas.microsoft.com/office/drawing/2014/main" id="{DDBD8EDB-F6BF-46C2-A48B-112205C0E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6DA9497-EC4F-483C-BC2B-4763B264BE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6716" y="720001"/>
            <a:ext cx="2770887" cy="14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7222">
          <p15:clr>
            <a:srgbClr val="F26B43"/>
          </p15:clr>
        </p15:guide>
        <p15:guide id="6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 dirty="0"/>
              <a:t> Technische Hochschule Ingolstadt</a:t>
            </a:r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74C4E33B-49A6-4300-83A6-C76B1520ABA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" y="1584325"/>
            <a:ext cx="288925" cy="4997450"/>
          </a:xfrm>
          <a:custGeom>
            <a:avLst/>
            <a:gdLst>
              <a:gd name="connsiteX0" fmla="*/ 0 w 288925"/>
              <a:gd name="connsiteY0" fmla="*/ 0 h 4997450"/>
              <a:gd name="connsiteX1" fmla="*/ 72124 w 288925"/>
              <a:gd name="connsiteY1" fmla="*/ 0 h 4997450"/>
              <a:gd name="connsiteX2" fmla="*/ 288925 w 288925"/>
              <a:gd name="connsiteY2" fmla="*/ 216575 h 4997450"/>
              <a:gd name="connsiteX3" fmla="*/ 288925 w 288925"/>
              <a:gd name="connsiteY3" fmla="*/ 4961195 h 4997450"/>
              <a:gd name="connsiteX4" fmla="*/ 252632 w 288925"/>
              <a:gd name="connsiteY4" fmla="*/ 4997450 h 4997450"/>
              <a:gd name="connsiteX5" fmla="*/ 0 w 288925"/>
              <a:gd name="connsiteY5" fmla="*/ 4997450 h 4997450"/>
              <a:gd name="connsiteX6" fmla="*/ 0 w 28892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925" h="4997450">
                <a:moveTo>
                  <a:pt x="0" y="0"/>
                </a:moveTo>
                <a:lnTo>
                  <a:pt x="72124" y="0"/>
                </a:lnTo>
                <a:cubicBezTo>
                  <a:pt x="288925" y="0"/>
                  <a:pt x="288925" y="216575"/>
                  <a:pt x="288925" y="216575"/>
                </a:cubicBezTo>
                <a:lnTo>
                  <a:pt x="288925" y="4961195"/>
                </a:lnTo>
                <a:cubicBezTo>
                  <a:pt x="288925" y="4997450"/>
                  <a:pt x="252632" y="4997450"/>
                  <a:pt x="252632" y="4997450"/>
                </a:cubicBezTo>
                <a:lnTo>
                  <a:pt x="0" y="4997450"/>
                </a:lnTo>
                <a:lnTo>
                  <a:pt x="0" y="0"/>
                </a:lnTo>
                <a:close/>
              </a:path>
            </a:pathLst>
          </a:custGeom>
          <a:solidFill>
            <a:srgbClr val="D7D7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B9A292F-0451-4569-B1A0-1D585F6801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438150" cy="6858000"/>
          </a:xfrm>
          <a:custGeom>
            <a:avLst/>
            <a:gdLst>
              <a:gd name="connsiteX0" fmla="*/ 0 w 438150"/>
              <a:gd name="connsiteY0" fmla="*/ 0 h 6858000"/>
              <a:gd name="connsiteX1" fmla="*/ 438150 w 438150"/>
              <a:gd name="connsiteY1" fmla="*/ 0 h 6858000"/>
              <a:gd name="connsiteX2" fmla="*/ 438150 w 438150"/>
              <a:gd name="connsiteY2" fmla="*/ 6858000 h 6858000"/>
              <a:gd name="connsiteX3" fmla="*/ 0 w 438150"/>
              <a:gd name="connsiteY3" fmla="*/ 6858000 h 6858000"/>
              <a:gd name="connsiteX4" fmla="*/ 0 w 438150"/>
              <a:gd name="connsiteY4" fmla="*/ 6581775 h 6858000"/>
              <a:gd name="connsiteX5" fmla="*/ 252632 w 438150"/>
              <a:gd name="connsiteY5" fmla="*/ 6581775 h 6858000"/>
              <a:gd name="connsiteX6" fmla="*/ 288925 w 438150"/>
              <a:gd name="connsiteY6" fmla="*/ 6545520 h 6858000"/>
              <a:gd name="connsiteX7" fmla="*/ 288925 w 438150"/>
              <a:gd name="connsiteY7" fmla="*/ 1800900 h 6858000"/>
              <a:gd name="connsiteX8" fmla="*/ 72124 w 438150"/>
              <a:gd name="connsiteY8" fmla="*/ 1584325 h 6858000"/>
              <a:gd name="connsiteX9" fmla="*/ 0 w 438150"/>
              <a:gd name="connsiteY9" fmla="*/ 1584325 h 6858000"/>
              <a:gd name="connsiteX10" fmla="*/ 0 w 43815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50" h="6858000">
                <a:moveTo>
                  <a:pt x="0" y="0"/>
                </a:moveTo>
                <a:lnTo>
                  <a:pt x="438150" y="0"/>
                </a:lnTo>
                <a:lnTo>
                  <a:pt x="438150" y="6858000"/>
                </a:lnTo>
                <a:lnTo>
                  <a:pt x="0" y="6858000"/>
                </a:lnTo>
                <a:lnTo>
                  <a:pt x="0" y="6581775"/>
                </a:lnTo>
                <a:lnTo>
                  <a:pt x="252632" y="6581775"/>
                </a:lnTo>
                <a:cubicBezTo>
                  <a:pt x="252632" y="6581775"/>
                  <a:pt x="288925" y="6581775"/>
                  <a:pt x="288925" y="6545520"/>
                </a:cubicBezTo>
                <a:lnTo>
                  <a:pt x="288925" y="1800900"/>
                </a:lnTo>
                <a:cubicBezTo>
                  <a:pt x="288925" y="1800900"/>
                  <a:pt x="288925" y="1584325"/>
                  <a:pt x="72124" y="1584325"/>
                </a:cubicBezTo>
                <a:lnTo>
                  <a:pt x="0" y="15843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152EDF18-C2BE-4416-B697-E7527905AE10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717675" y="1584325"/>
            <a:ext cx="1717675" cy="4997450"/>
          </a:xfrm>
          <a:custGeom>
            <a:avLst/>
            <a:gdLst>
              <a:gd name="connsiteX0" fmla="*/ 36293 w 1717675"/>
              <a:gd name="connsiteY0" fmla="*/ 0 h 4997450"/>
              <a:gd name="connsiteX1" fmla="*/ 1717675 w 1717675"/>
              <a:gd name="connsiteY1" fmla="*/ 0 h 4997450"/>
              <a:gd name="connsiteX2" fmla="*/ 1717675 w 1717675"/>
              <a:gd name="connsiteY2" fmla="*/ 4997450 h 4997450"/>
              <a:gd name="connsiteX3" fmla="*/ 216801 w 1717675"/>
              <a:gd name="connsiteY3" fmla="*/ 4997450 h 4997450"/>
              <a:gd name="connsiteX4" fmla="*/ 0 w 1717675"/>
              <a:gd name="connsiteY4" fmla="*/ 4781829 h 4997450"/>
              <a:gd name="connsiteX5" fmla="*/ 0 w 1717675"/>
              <a:gd name="connsiteY5" fmla="*/ 36255 h 4997450"/>
              <a:gd name="connsiteX6" fmla="*/ 36293 w 171767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7675" h="4997450">
                <a:moveTo>
                  <a:pt x="36293" y="0"/>
                </a:moveTo>
                <a:lnTo>
                  <a:pt x="1717675" y="0"/>
                </a:lnTo>
                <a:lnTo>
                  <a:pt x="1717675" y="4997450"/>
                </a:lnTo>
                <a:lnTo>
                  <a:pt x="216801" y="4997450"/>
                </a:lnTo>
                <a:cubicBezTo>
                  <a:pt x="0" y="4997450"/>
                  <a:pt x="0" y="4781829"/>
                  <a:pt x="0" y="4781829"/>
                </a:cubicBezTo>
                <a:lnTo>
                  <a:pt x="0" y="36255"/>
                </a:lnTo>
                <a:cubicBezTo>
                  <a:pt x="0" y="0"/>
                  <a:pt x="36293" y="0"/>
                  <a:pt x="36293" y="0"/>
                </a:cubicBez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86" r:id="rId10"/>
  </p:sldLayoutIdLst>
  <p:hf sldNum="0" hdr="0" ftr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4">
            <a:extLst>
              <a:ext uri="{FF2B5EF4-FFF2-40B4-BE49-F238E27FC236}">
                <a16:creationId xmlns:a16="http://schemas.microsoft.com/office/drawing/2014/main" id="{A2A73B90-07A7-8E8B-CEBC-BEB95963B901}"/>
              </a:ext>
            </a:extLst>
          </p:cNvPr>
          <p:cNvSpPr/>
          <p:nvPr/>
        </p:nvSpPr>
        <p:spPr>
          <a:xfrm>
            <a:off x="6169511" y="0"/>
            <a:ext cx="7828155" cy="6858000"/>
          </a:xfrm>
          <a:prstGeom prst="parallelogram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657459" y="3640433"/>
            <a:ext cx="5368925" cy="1002918"/>
          </a:xfrm>
        </p:spPr>
        <p:txBody>
          <a:bodyPr>
            <a:normAutofit/>
          </a:bodyPr>
          <a:lstStyle/>
          <a:p>
            <a:r>
              <a:rPr lang="de-DE" dirty="0" err="1"/>
              <a:t>ClusterIt</a:t>
            </a:r>
            <a:r>
              <a:rPr lang="de-DE" dirty="0"/>
              <a:t>!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D03-C43A-4599-9C3E-0C076A417A3C}" type="datetime1">
              <a:rPr lang="de-DE" smtClean="0"/>
              <a:t>10.07.2026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Unsere Namen</a:t>
            </a:r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7C8A103-0E57-DFC5-7677-C86D76011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ADEA5FB-754A-B192-FBDF-33A5EEB5C5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b="0" dirty="0"/>
              <a:t>Vorlage</a:t>
            </a:r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Vorlage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BBF561E-C32D-B6B3-CBA4-69B7D497F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Vorlage</a:t>
            </a:r>
          </a:p>
        </p:txBody>
      </p:sp>
    </p:spTree>
    <p:extLst>
      <p:ext uri="{BB962C8B-B14F-4D97-AF65-F5344CB8AC3E}">
        <p14:creationId xmlns:p14="http://schemas.microsoft.com/office/powerpoint/2010/main" val="412747818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8A1B42C8-6EEC-445B-A900-F154598C64A4}"/>
    </a:ext>
  </a:extLst>
</a:theme>
</file>

<file path=ppt/theme/theme2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64CF7779-663E-47E0-BCB9-5091361682A2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e80b2ca2b93bd808485b2d451bc603f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6bdf8fd81a7b586dd79b811828187a67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Fakultätsfarben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4ZPPNAQV5EQV-6530471-237</_dlc_DocId>
    <_dlc_DocIdUrl xmlns="bfb11438-62cb-48e0-8e08-adb7b8077717">
      <Url>https://mythi.de/_layouts/15/DocIdRedir.aspx?ID=4ZPPNAQV5EQV-6530471-237</Url>
      <Description>4ZPPNAQV5EQV-6530471-237</Description>
    </_dlc_DocIdUrl>
  </documentManagement>
</p:properties>
</file>

<file path=customXml/itemProps1.xml><?xml version="1.0" encoding="utf-8"?>
<ds:datastoreItem xmlns:ds="http://schemas.openxmlformats.org/officeDocument/2006/customXml" ds:itemID="{7C111C41-FBCC-4433-B45C-C3FBA6F15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E7C72F-ED79-494F-A7ED-1F0FF5B91F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0C7402-FDBD-4B5F-A7A1-6AD2340559B8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5B5802FD-0FE5-40B9-964E-26CF6C896D54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3ea1445a-e6f2-4b21-90f1-4e4a5aca6572"/>
    <ds:schemaRef ds:uri="http://schemas.microsoft.com/office/infopath/2007/PartnerControls"/>
    <ds:schemaRef ds:uri="bb6f2568-2a10-4a56-89e3-032448edb678"/>
    <ds:schemaRef ds:uri="bfb11438-62cb-48e0-8e08-adb7b807771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Random_Forests</Template>
  <TotalTime>0</TotalTime>
  <Words>8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2_Office</vt:lpstr>
      <vt:lpstr>1_Bildschirm</vt:lpstr>
      <vt:lpstr>PowerPoint-Präsentation</vt:lpstr>
      <vt:lpstr>Vorlage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Wiki Cholewa</dc:creator>
  <cp:lastModifiedBy>Wiktoria Cholewa</cp:lastModifiedBy>
  <cp:revision>40</cp:revision>
  <cp:lastPrinted>2018-04-09T18:27:12Z</cp:lastPrinted>
  <dcterms:created xsi:type="dcterms:W3CDTF">2024-05-27T14:56:43Z</dcterms:created>
  <dcterms:modified xsi:type="dcterms:W3CDTF">2026-07-10T15:16:28Z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01d87115-5e35-40f8-a10e-6019eecf87d0</vt:lpwstr>
  </property>
</Properties>
</file>