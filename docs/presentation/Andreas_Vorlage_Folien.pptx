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5"/>
    <p:sldMasterId id="2147483668" r:id="rId6"/>
  </p:sldMasterIdLst>
  <p:notesMasterIdLst>
    <p:notesMasterId r:id="rId13"/>
  </p:notesMasterIdLst>
  <p:sldIdLst>
    <p:sldId id="256" r:id="rId7"/>
    <p:sldId id="283" r:id="rId8"/>
    <p:sldId id="284" r:id="rId9"/>
    <p:sldId id="285" r:id="rId10"/>
    <p:sldId id="286" r:id="rId11"/>
    <p:sldId id="28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0BFB188-6174-4F64-99FC-04BDD8871C1A}">
          <p14:sldIdLst>
            <p14:sldId id="256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ktoria Cholewa" initials="WC" lastIdx="2" clrIdx="0">
    <p:extLst>
      <p:ext uri="{19B8F6BF-5375-455C-9EA6-DF929625EA0E}">
        <p15:presenceInfo xmlns:p15="http://schemas.microsoft.com/office/powerpoint/2012/main" userId="a7e065584b631d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C28"/>
    <a:srgbClr val="0008FF"/>
    <a:srgbClr val="FFFFFF"/>
    <a:srgbClr val="B28015"/>
    <a:srgbClr val="D7D700"/>
    <a:srgbClr val="575756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4" autoAdjust="0"/>
    <p:restoredTop sz="85369"/>
  </p:normalViewPr>
  <p:slideViewPr>
    <p:cSldViewPr snapToGrid="0" showGuides="1">
      <p:cViewPr varScale="1">
        <p:scale>
          <a:sx n="110" d="100"/>
          <a:sy n="110" d="100"/>
        </p:scale>
        <p:origin x="126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ki Cholewa" userId="a7e065584b631d05" providerId="LiveId" clId="{A3A5D222-16D6-4BC5-BB39-3C3F00F12DF5}"/>
    <pc:docChg chg="undo custSel addSld delSld modSld sldOrd">
      <pc:chgData name="Wiki Cholewa" userId="a7e065584b631d05" providerId="LiveId" clId="{A3A5D222-16D6-4BC5-BB39-3C3F00F12DF5}" dt="2024-06-18T14:07:42.288" v="6714"/>
      <pc:docMkLst>
        <pc:docMk/>
      </pc:docMkLst>
      <pc:sldChg chg="modSp del mod ord">
        <pc:chgData name="Wiki Cholewa" userId="a7e065584b631d05" providerId="LiveId" clId="{A3A5D222-16D6-4BC5-BB39-3C3F00F12DF5}" dt="2024-06-16T16:21:32.875" v="3751" actId="2696"/>
        <pc:sldMkLst>
          <pc:docMk/>
          <pc:sldMk cId="3775076766" sldId="257"/>
        </pc:sldMkLst>
        <pc:spChg chg="mod">
          <ac:chgData name="Wiki Cholewa" userId="a7e065584b631d05" providerId="LiveId" clId="{A3A5D222-16D6-4BC5-BB39-3C3F00F12DF5}" dt="2024-05-28T12:10:17.853" v="2681" actId="113"/>
          <ac:spMkLst>
            <pc:docMk/>
            <pc:sldMk cId="3775076766" sldId="257"/>
            <ac:spMk id="2" creationId="{F8399FE0-51F3-9BB3-18C7-350393FED1DF}"/>
          </ac:spMkLst>
        </pc:spChg>
      </pc:sldChg>
      <pc:sldChg chg="addSp modSp new mod">
        <pc:chgData name="Wiki Cholewa" userId="a7e065584b631d05" providerId="LiveId" clId="{A3A5D222-16D6-4BC5-BB39-3C3F00F12DF5}" dt="2024-06-18T14:07:42.288" v="6714"/>
        <pc:sldMkLst>
          <pc:docMk/>
          <pc:sldMk cId="2137866246" sldId="258"/>
        </pc:sldMkLst>
        <pc:spChg chg="mod">
          <ac:chgData name="Wiki Cholewa" userId="a7e065584b631d05" providerId="LiveId" clId="{A3A5D222-16D6-4BC5-BB39-3C3F00F12DF5}" dt="2024-06-18T14:07:42.288" v="6714"/>
          <ac:spMkLst>
            <pc:docMk/>
            <pc:sldMk cId="2137866246" sldId="258"/>
            <ac:spMk id="2" creationId="{EC0B7351-24BF-3F9C-99FB-87DA19406D60}"/>
          </ac:spMkLst>
        </pc:spChg>
        <pc:spChg chg="mod">
          <ac:chgData name="Wiki Cholewa" userId="a7e065584b631d05" providerId="LiveId" clId="{A3A5D222-16D6-4BC5-BB39-3C3F00F12DF5}" dt="2024-05-27T15:13:27.280" v="1127" actId="20577"/>
          <ac:spMkLst>
            <pc:docMk/>
            <pc:sldMk cId="2137866246" sldId="258"/>
            <ac:spMk id="3" creationId="{6B3121EE-8F52-A276-6DFE-9D021F92BA42}"/>
          </ac:spMkLst>
        </pc:spChg>
        <pc:spChg chg="mod">
          <ac:chgData name="Wiki Cholewa" userId="a7e065584b631d05" providerId="LiveId" clId="{A3A5D222-16D6-4BC5-BB39-3C3F00F12DF5}" dt="2024-05-27T15:01:39.402" v="225" actId="20577"/>
          <ac:spMkLst>
            <pc:docMk/>
            <pc:sldMk cId="2137866246" sldId="258"/>
            <ac:spMk id="4" creationId="{D8B2BFE7-8F25-CF63-BEBF-B5F312B2F537}"/>
          </ac:spMkLst>
        </pc:spChg>
        <pc:picChg chg="add mod">
          <ac:chgData name="Wiki Cholewa" userId="a7e065584b631d05" providerId="LiveId" clId="{A3A5D222-16D6-4BC5-BB39-3C3F00F12DF5}" dt="2024-06-18T14:06:45.055" v="6668" actId="1076"/>
          <ac:picMkLst>
            <pc:docMk/>
            <pc:sldMk cId="2137866246" sldId="258"/>
            <ac:picMk id="7" creationId="{DD18A5A2-B4A3-3FF6-606D-D6DE86178CDC}"/>
          </ac:picMkLst>
        </pc:picChg>
      </pc:sldChg>
      <pc:sldChg chg="modSp new mod">
        <pc:chgData name="Wiki Cholewa" userId="a7e065584b631d05" providerId="LiveId" clId="{A3A5D222-16D6-4BC5-BB39-3C3F00F12DF5}" dt="2024-06-16T16:22:31.371" v="3813" actId="6549"/>
        <pc:sldMkLst>
          <pc:docMk/>
          <pc:sldMk cId="572699823" sldId="259"/>
        </pc:sldMkLst>
        <pc:spChg chg="mod">
          <ac:chgData name="Wiki Cholewa" userId="a7e065584b631d05" providerId="LiveId" clId="{A3A5D222-16D6-4BC5-BB39-3C3F00F12DF5}" dt="2024-06-16T16:22:31.371" v="3813" actId="6549"/>
          <ac:spMkLst>
            <pc:docMk/>
            <pc:sldMk cId="572699823" sldId="259"/>
            <ac:spMk id="2" creationId="{F6C42314-D6F6-9A40-7834-F067FCD54E92}"/>
          </ac:spMkLst>
        </pc:spChg>
        <pc:spChg chg="mod">
          <ac:chgData name="Wiki Cholewa" userId="a7e065584b631d05" providerId="LiveId" clId="{A3A5D222-16D6-4BC5-BB39-3C3F00F12DF5}" dt="2024-05-27T15:13:39.655" v="1149" actId="20577"/>
          <ac:spMkLst>
            <pc:docMk/>
            <pc:sldMk cId="572699823" sldId="259"/>
            <ac:spMk id="3" creationId="{457FA3FB-E98D-90CD-47B4-8CC25D6514E4}"/>
          </ac:spMkLst>
        </pc:spChg>
        <pc:spChg chg="mod">
          <ac:chgData name="Wiki Cholewa" userId="a7e065584b631d05" providerId="LiveId" clId="{A3A5D222-16D6-4BC5-BB39-3C3F00F12DF5}" dt="2024-05-27T15:13:45.097" v="1178" actId="20577"/>
          <ac:spMkLst>
            <pc:docMk/>
            <pc:sldMk cId="572699823" sldId="259"/>
            <ac:spMk id="4" creationId="{85720CF2-CC80-582F-F42B-D15B01DFE268}"/>
          </ac:spMkLst>
        </pc:spChg>
      </pc:sldChg>
      <pc:sldChg chg="modSp new mod modShow">
        <pc:chgData name="Wiki Cholewa" userId="a7e065584b631d05" providerId="LiveId" clId="{A3A5D222-16D6-4BC5-BB39-3C3F00F12DF5}" dt="2024-06-15T15:43:31.898" v="3741" actId="729"/>
        <pc:sldMkLst>
          <pc:docMk/>
          <pc:sldMk cId="2748303956" sldId="260"/>
        </pc:sldMkLst>
        <pc:spChg chg="mod">
          <ac:chgData name="Wiki Cholewa" userId="a7e065584b631d05" providerId="LiveId" clId="{A3A5D222-16D6-4BC5-BB39-3C3F00F12DF5}" dt="2024-05-28T12:50:16.732" v="3107" actId="20577"/>
          <ac:spMkLst>
            <pc:docMk/>
            <pc:sldMk cId="2748303956" sldId="260"/>
            <ac:spMk id="2" creationId="{C4CB83C7-C9B3-0197-9B36-F7ABB9FF84A9}"/>
          </ac:spMkLst>
        </pc:spChg>
        <pc:spChg chg="mod">
          <ac:chgData name="Wiki Cholewa" userId="a7e065584b631d05" providerId="LiveId" clId="{A3A5D222-16D6-4BC5-BB39-3C3F00F12DF5}" dt="2024-05-27T15:16:56.870" v="1726" actId="20577"/>
          <ac:spMkLst>
            <pc:docMk/>
            <pc:sldMk cId="2748303956" sldId="260"/>
            <ac:spMk id="3" creationId="{6D974418-81FE-BCCA-4D4F-E7875179D327}"/>
          </ac:spMkLst>
        </pc:spChg>
      </pc:sldChg>
      <pc:sldChg chg="addSp modSp new mod">
        <pc:chgData name="Wiki Cholewa" userId="a7e065584b631d05" providerId="LiveId" clId="{A3A5D222-16D6-4BC5-BB39-3C3F00F12DF5}" dt="2024-06-16T16:24:23.304" v="3896" actId="20577"/>
        <pc:sldMkLst>
          <pc:docMk/>
          <pc:sldMk cId="3090694744" sldId="261"/>
        </pc:sldMkLst>
        <pc:spChg chg="mod">
          <ac:chgData name="Wiki Cholewa" userId="a7e065584b631d05" providerId="LiveId" clId="{A3A5D222-16D6-4BC5-BB39-3C3F00F12DF5}" dt="2024-06-16T16:24:23.304" v="3896" actId="20577"/>
          <ac:spMkLst>
            <pc:docMk/>
            <pc:sldMk cId="3090694744" sldId="261"/>
            <ac:spMk id="2" creationId="{4BA1FD28-6889-2EA9-6B03-6C674984ACC5}"/>
          </ac:spMkLst>
        </pc:spChg>
        <pc:spChg chg="mod">
          <ac:chgData name="Wiki Cholewa" userId="a7e065584b631d05" providerId="LiveId" clId="{A3A5D222-16D6-4BC5-BB39-3C3F00F12DF5}" dt="2024-05-28T12:19:14.669" v="2845" actId="20577"/>
          <ac:spMkLst>
            <pc:docMk/>
            <pc:sldMk cId="3090694744" sldId="261"/>
            <ac:spMk id="3" creationId="{7EDAFBD0-3DFB-8DBC-D544-29A44F2EDD12}"/>
          </ac:spMkLst>
        </pc:spChg>
        <pc:picChg chg="add mod">
          <ac:chgData name="Wiki Cholewa" userId="a7e065584b631d05" providerId="LiveId" clId="{A3A5D222-16D6-4BC5-BB39-3C3F00F12DF5}" dt="2024-06-16T16:23:56.013" v="3882" actId="1076"/>
          <ac:picMkLst>
            <pc:docMk/>
            <pc:sldMk cId="3090694744" sldId="261"/>
            <ac:picMk id="7" creationId="{E48F4D20-296D-1C7D-C6C7-72542FC684C9}"/>
          </ac:picMkLst>
        </pc:picChg>
      </pc:sldChg>
      <pc:sldChg chg="addSp delSp modSp new mod">
        <pc:chgData name="Wiki Cholewa" userId="a7e065584b631d05" providerId="LiveId" clId="{A3A5D222-16D6-4BC5-BB39-3C3F00F12DF5}" dt="2024-06-18T14:06:20.091" v="6661" actId="21"/>
        <pc:sldMkLst>
          <pc:docMk/>
          <pc:sldMk cId="4162883649" sldId="262"/>
        </pc:sldMkLst>
        <pc:spChg chg="mod">
          <ac:chgData name="Wiki Cholewa" userId="a7e065584b631d05" providerId="LiveId" clId="{A3A5D222-16D6-4BC5-BB39-3C3F00F12DF5}" dt="2024-05-28T12:22:58.113" v="2938" actId="20577"/>
          <ac:spMkLst>
            <pc:docMk/>
            <pc:sldMk cId="4162883649" sldId="262"/>
            <ac:spMk id="2" creationId="{851FD6B1-0BA6-3AAB-2409-0644C7237979}"/>
          </ac:spMkLst>
        </pc:spChg>
        <pc:spChg chg="add mod">
          <ac:chgData name="Wiki Cholewa" userId="a7e065584b631d05" providerId="LiveId" clId="{A3A5D222-16D6-4BC5-BB39-3C3F00F12DF5}" dt="2024-05-28T12:42:04.066" v="2999" actId="14100"/>
          <ac:spMkLst>
            <pc:docMk/>
            <pc:sldMk cId="4162883649" sldId="262"/>
            <ac:spMk id="5" creationId="{A9560647-C360-89F7-8D10-97A25370FAFE}"/>
          </ac:spMkLst>
        </pc:spChg>
        <pc:spChg chg="add mod">
          <ac:chgData name="Wiki Cholewa" userId="a7e065584b631d05" providerId="LiveId" clId="{A3A5D222-16D6-4BC5-BB39-3C3F00F12DF5}" dt="2024-05-28T12:42:42.877" v="3006" actId="767"/>
          <ac:spMkLst>
            <pc:docMk/>
            <pc:sldMk cId="4162883649" sldId="262"/>
            <ac:spMk id="8" creationId="{DAF16760-178C-0DEB-393A-BF500431534D}"/>
          </ac:spMkLst>
        </pc:spChg>
        <pc:spChg chg="add mod">
          <ac:chgData name="Wiki Cholewa" userId="a7e065584b631d05" providerId="LiveId" clId="{A3A5D222-16D6-4BC5-BB39-3C3F00F12DF5}" dt="2024-05-28T12:45:25.171" v="3076" actId="20577"/>
          <ac:spMkLst>
            <pc:docMk/>
            <pc:sldMk cId="4162883649" sldId="262"/>
            <ac:spMk id="9" creationId="{B2D0C019-64FE-1263-9F2F-81B7B7EDFE67}"/>
          </ac:spMkLst>
        </pc:spChg>
        <pc:spChg chg="add mod">
          <ac:chgData name="Wiki Cholewa" userId="a7e065584b631d05" providerId="LiveId" clId="{A3A5D222-16D6-4BC5-BB39-3C3F00F12DF5}" dt="2024-05-28T12:48:42.049" v="3099" actId="14100"/>
          <ac:spMkLst>
            <pc:docMk/>
            <pc:sldMk cId="4162883649" sldId="262"/>
            <ac:spMk id="10" creationId="{3369168E-D01F-ABB8-E18A-0EE6C87E1F45}"/>
          </ac:spMkLst>
        </pc:spChg>
        <pc:spChg chg="add mod">
          <ac:chgData name="Wiki Cholewa" userId="a7e065584b631d05" providerId="LiveId" clId="{A3A5D222-16D6-4BC5-BB39-3C3F00F12DF5}" dt="2024-05-28T12:46:43.639" v="3084" actId="14100"/>
          <ac:spMkLst>
            <pc:docMk/>
            <pc:sldMk cId="4162883649" sldId="262"/>
            <ac:spMk id="11" creationId="{D09706FD-1A9E-C9CD-F9A1-A3FFF8A01A77}"/>
          </ac:spMkLst>
        </pc:spChg>
        <pc:spChg chg="add mod">
          <ac:chgData name="Wiki Cholewa" userId="a7e065584b631d05" providerId="LiveId" clId="{A3A5D222-16D6-4BC5-BB39-3C3F00F12DF5}" dt="2024-05-28T12:47:53.134" v="3094" actId="14100"/>
          <ac:spMkLst>
            <pc:docMk/>
            <pc:sldMk cId="4162883649" sldId="262"/>
            <ac:spMk id="12" creationId="{E1454AD4-1EA2-9CD1-25DD-91CF2054DD74}"/>
          </ac:spMkLst>
        </pc:spChg>
        <pc:spChg chg="add mod">
          <ac:chgData name="Wiki Cholewa" userId="a7e065584b631d05" providerId="LiveId" clId="{A3A5D222-16D6-4BC5-BB39-3C3F00F12DF5}" dt="2024-05-28T12:47:25.570" v="3092" actId="14100"/>
          <ac:spMkLst>
            <pc:docMk/>
            <pc:sldMk cId="4162883649" sldId="262"/>
            <ac:spMk id="13" creationId="{8F881BA9-5A13-2724-A505-CFE2AA1A209F}"/>
          </ac:spMkLst>
        </pc:spChg>
        <pc:picChg chg="add del mod">
          <ac:chgData name="Wiki Cholewa" userId="a7e065584b631d05" providerId="LiveId" clId="{A3A5D222-16D6-4BC5-BB39-3C3F00F12DF5}" dt="2024-06-18T14:06:20.091" v="6661" actId="21"/>
          <ac:picMkLst>
            <pc:docMk/>
            <pc:sldMk cId="4162883649" sldId="262"/>
            <ac:picMk id="7" creationId="{DD18A5A2-B4A3-3FF6-606D-D6DE86178CDC}"/>
          </ac:picMkLst>
        </pc:picChg>
      </pc:sldChg>
      <pc:sldChg chg="addSp delSp modSp new del mod">
        <pc:chgData name="Wiki Cholewa" userId="a7e065584b631d05" providerId="LiveId" clId="{A3A5D222-16D6-4BC5-BB39-3C3F00F12DF5}" dt="2024-06-16T16:29:11.652" v="3939" actId="2696"/>
        <pc:sldMkLst>
          <pc:docMk/>
          <pc:sldMk cId="2126144963" sldId="263"/>
        </pc:sldMkLst>
        <pc:spChg chg="del mod">
          <ac:chgData name="Wiki Cholewa" userId="a7e065584b631d05" providerId="LiveId" clId="{A3A5D222-16D6-4BC5-BB39-3C3F00F12DF5}" dt="2024-06-15T15:47:39.648" v="3750" actId="478"/>
          <ac:spMkLst>
            <pc:docMk/>
            <pc:sldMk cId="2126144963" sldId="263"/>
            <ac:spMk id="2" creationId="{B1489AF4-C543-A502-3440-A9D7737A58B9}"/>
          </ac:spMkLst>
        </pc:spChg>
        <pc:spChg chg="mod">
          <ac:chgData name="Wiki Cholewa" userId="a7e065584b631d05" providerId="LiveId" clId="{A3A5D222-16D6-4BC5-BB39-3C3F00F12DF5}" dt="2024-06-16T16:29:04.137" v="3937" actId="20577"/>
          <ac:spMkLst>
            <pc:docMk/>
            <pc:sldMk cId="2126144963" sldId="263"/>
            <ac:spMk id="3" creationId="{66283A0C-3C57-7EC0-3284-3E9F2525D424}"/>
          </ac:spMkLst>
        </pc:spChg>
        <pc:picChg chg="add del mod">
          <ac:chgData name="Wiki Cholewa" userId="a7e065584b631d05" providerId="LiveId" clId="{A3A5D222-16D6-4BC5-BB39-3C3F00F12DF5}" dt="2024-06-16T16:23:42.199" v="3878" actId="21"/>
          <ac:picMkLst>
            <pc:docMk/>
            <pc:sldMk cId="2126144963" sldId="263"/>
            <ac:picMk id="7" creationId="{E48F4D20-296D-1C7D-C6C7-72542FC684C9}"/>
          </ac:picMkLst>
        </pc:picChg>
      </pc:sldChg>
      <pc:sldChg chg="modSp new del mod">
        <pc:chgData name="Wiki Cholewa" userId="a7e065584b631d05" providerId="LiveId" clId="{A3A5D222-16D6-4BC5-BB39-3C3F00F12DF5}" dt="2024-06-16T16:29:43.322" v="3981" actId="2696"/>
        <pc:sldMkLst>
          <pc:docMk/>
          <pc:sldMk cId="3915918534" sldId="264"/>
        </pc:sldMkLst>
        <pc:spChg chg="mod">
          <ac:chgData name="Wiki Cholewa" userId="a7e065584b631d05" providerId="LiveId" clId="{A3A5D222-16D6-4BC5-BB39-3C3F00F12DF5}" dt="2024-06-16T16:29:24.138" v="3977" actId="20577"/>
          <ac:spMkLst>
            <pc:docMk/>
            <pc:sldMk cId="3915918534" sldId="264"/>
            <ac:spMk id="3" creationId="{1F5371CF-C3ED-2964-B84B-C4D79BD81A6C}"/>
          </ac:spMkLst>
        </pc:spChg>
      </pc:sldChg>
      <pc:sldChg chg="new del">
        <pc:chgData name="Wiki Cholewa" userId="a7e065584b631d05" providerId="LiveId" clId="{A3A5D222-16D6-4BC5-BB39-3C3F00F12DF5}" dt="2024-06-16T16:29:39.967" v="3980" actId="2696"/>
        <pc:sldMkLst>
          <pc:docMk/>
          <pc:sldMk cId="2233903669" sldId="265"/>
        </pc:sldMkLst>
      </pc:sldChg>
      <pc:sldChg chg="modSp new mod">
        <pc:chgData name="Wiki Cholewa" userId="a7e065584b631d05" providerId="LiveId" clId="{A3A5D222-16D6-4BC5-BB39-3C3F00F12DF5}" dt="2024-06-18T12:06:26.355" v="4334" actId="5793"/>
        <pc:sldMkLst>
          <pc:docMk/>
          <pc:sldMk cId="2382854672" sldId="266"/>
        </pc:sldMkLst>
        <pc:spChg chg="mod">
          <ac:chgData name="Wiki Cholewa" userId="a7e065584b631d05" providerId="LiveId" clId="{A3A5D222-16D6-4BC5-BB39-3C3F00F12DF5}" dt="2024-06-18T12:06:26.355" v="4334" actId="5793"/>
          <ac:spMkLst>
            <pc:docMk/>
            <pc:sldMk cId="2382854672" sldId="266"/>
            <ac:spMk id="2" creationId="{D5C9F965-AFFA-9EA9-BF70-C5B34865C897}"/>
          </ac:spMkLst>
        </pc:spChg>
        <pc:spChg chg="mod">
          <ac:chgData name="Wiki Cholewa" userId="a7e065584b631d05" providerId="LiveId" clId="{A3A5D222-16D6-4BC5-BB39-3C3F00F12DF5}" dt="2024-06-16T16:29:57.892" v="4018" actId="20577"/>
          <ac:spMkLst>
            <pc:docMk/>
            <pc:sldMk cId="2382854672" sldId="266"/>
            <ac:spMk id="3" creationId="{AA311E86-6626-A654-D7C7-BC102360083E}"/>
          </ac:spMkLst>
        </pc:spChg>
      </pc:sldChg>
      <pc:sldChg chg="addSp delSp modSp new del mod">
        <pc:chgData name="Wiki Cholewa" userId="a7e065584b631d05" providerId="LiveId" clId="{A3A5D222-16D6-4BC5-BB39-3C3F00F12DF5}" dt="2024-06-18T13:14:19.656" v="6639" actId="2696"/>
        <pc:sldMkLst>
          <pc:docMk/>
          <pc:sldMk cId="1792600451" sldId="267"/>
        </pc:sldMkLst>
        <pc:spChg chg="del">
          <ac:chgData name="Wiki Cholewa" userId="a7e065584b631d05" providerId="LiveId" clId="{A3A5D222-16D6-4BC5-BB39-3C3F00F12DF5}" dt="2024-06-18T11:54:26.566" v="4023" actId="478"/>
          <ac:spMkLst>
            <pc:docMk/>
            <pc:sldMk cId="1792600451" sldId="267"/>
            <ac:spMk id="2" creationId="{4D6A79C4-646A-0D54-8BE9-4D63C0613B07}"/>
          </ac:spMkLst>
        </pc:spChg>
        <pc:spChg chg="mod">
          <ac:chgData name="Wiki Cholewa" userId="a7e065584b631d05" providerId="LiveId" clId="{A3A5D222-16D6-4BC5-BB39-3C3F00F12DF5}" dt="2024-06-18T11:54:20.704" v="4021" actId="27636"/>
          <ac:spMkLst>
            <pc:docMk/>
            <pc:sldMk cId="1792600451" sldId="267"/>
            <ac:spMk id="3" creationId="{BB84F6EC-BA41-A90D-1927-364FFD5598A8}"/>
          </ac:spMkLst>
        </pc:spChg>
        <pc:picChg chg="add mod">
          <ac:chgData name="Wiki Cholewa" userId="a7e065584b631d05" providerId="LiveId" clId="{A3A5D222-16D6-4BC5-BB39-3C3F00F12DF5}" dt="2024-06-18T11:54:34.545" v="4026" actId="1076"/>
          <ac:picMkLst>
            <pc:docMk/>
            <pc:sldMk cId="1792600451" sldId="267"/>
            <ac:picMk id="7" creationId="{6D33E3B4-7FB3-913B-83E2-73DD34FD019C}"/>
          </ac:picMkLst>
        </pc:picChg>
        <pc:picChg chg="add del mod">
          <ac:chgData name="Wiki Cholewa" userId="a7e065584b631d05" providerId="LiveId" clId="{A3A5D222-16D6-4BC5-BB39-3C3F00F12DF5}" dt="2024-06-18T13:14:00.200" v="6636" actId="21"/>
          <ac:picMkLst>
            <pc:docMk/>
            <pc:sldMk cId="1792600451" sldId="267"/>
            <ac:picMk id="9" creationId="{8AE994B3-F226-FB74-242F-B9EB1D64D811}"/>
          </ac:picMkLst>
        </pc:picChg>
      </pc:sldChg>
      <pc:sldChg chg="modSp new mod">
        <pc:chgData name="Wiki Cholewa" userId="a7e065584b631d05" providerId="LiveId" clId="{A3A5D222-16D6-4BC5-BB39-3C3F00F12DF5}" dt="2024-06-18T12:09:47.642" v="4691" actId="5793"/>
        <pc:sldMkLst>
          <pc:docMk/>
          <pc:sldMk cId="3529860786" sldId="268"/>
        </pc:sldMkLst>
        <pc:spChg chg="mod">
          <ac:chgData name="Wiki Cholewa" userId="a7e065584b631d05" providerId="LiveId" clId="{A3A5D222-16D6-4BC5-BB39-3C3F00F12DF5}" dt="2024-06-18T12:09:47.642" v="4691" actId="5793"/>
          <ac:spMkLst>
            <pc:docMk/>
            <pc:sldMk cId="3529860786" sldId="268"/>
            <ac:spMk id="2" creationId="{5B3D0914-5D1C-6B6E-1AF7-EAAF7F6A64A7}"/>
          </ac:spMkLst>
        </pc:spChg>
        <pc:spChg chg="mod">
          <ac:chgData name="Wiki Cholewa" userId="a7e065584b631d05" providerId="LiveId" clId="{A3A5D222-16D6-4BC5-BB39-3C3F00F12DF5}" dt="2024-06-18T12:06:48.928" v="4355" actId="20577"/>
          <ac:spMkLst>
            <pc:docMk/>
            <pc:sldMk cId="3529860786" sldId="268"/>
            <ac:spMk id="3" creationId="{27D48F33-DBB9-6A93-AEA5-79B474A627FB}"/>
          </ac:spMkLst>
        </pc:spChg>
      </pc:sldChg>
      <pc:sldChg chg="addSp delSp modSp new mod">
        <pc:chgData name="Wiki Cholewa" userId="a7e065584b631d05" providerId="LiveId" clId="{A3A5D222-16D6-4BC5-BB39-3C3F00F12DF5}" dt="2024-06-18T12:43:13.528" v="5123" actId="1076"/>
        <pc:sldMkLst>
          <pc:docMk/>
          <pc:sldMk cId="1518382799" sldId="269"/>
        </pc:sldMkLst>
        <pc:spChg chg="mod">
          <ac:chgData name="Wiki Cholewa" userId="a7e065584b631d05" providerId="LiveId" clId="{A3A5D222-16D6-4BC5-BB39-3C3F00F12DF5}" dt="2024-06-18T12:43:13.528" v="5123" actId="1076"/>
          <ac:spMkLst>
            <pc:docMk/>
            <pc:sldMk cId="1518382799" sldId="269"/>
            <ac:spMk id="2" creationId="{3B1E8BCB-F548-B957-E3FE-7EC8ADDE87B5}"/>
          </ac:spMkLst>
        </pc:spChg>
        <pc:spChg chg="mod">
          <ac:chgData name="Wiki Cholewa" userId="a7e065584b631d05" providerId="LiveId" clId="{A3A5D222-16D6-4BC5-BB39-3C3F00F12DF5}" dt="2024-06-18T12:31:18.406" v="5019" actId="1076"/>
          <ac:spMkLst>
            <pc:docMk/>
            <pc:sldMk cId="1518382799" sldId="269"/>
            <ac:spMk id="3" creationId="{64C2ADCC-5D22-627A-37D6-A13279A31483}"/>
          </ac:spMkLst>
        </pc:spChg>
        <pc:spChg chg="del">
          <ac:chgData name="Wiki Cholewa" userId="a7e065584b631d05" providerId="LiveId" clId="{A3A5D222-16D6-4BC5-BB39-3C3F00F12DF5}" dt="2024-06-18T12:20:00.837" v="4826" actId="478"/>
          <ac:spMkLst>
            <pc:docMk/>
            <pc:sldMk cId="1518382799" sldId="269"/>
            <ac:spMk id="4" creationId="{56465E8C-57F7-05A4-83F0-27F68BEB0828}"/>
          </ac:spMkLst>
        </pc:spChg>
        <pc:spChg chg="add del mod">
          <ac:chgData name="Wiki Cholewa" userId="a7e065584b631d05" providerId="LiveId" clId="{A3A5D222-16D6-4BC5-BB39-3C3F00F12DF5}" dt="2024-06-18T12:22:25.347" v="4866" actId="478"/>
          <ac:spMkLst>
            <pc:docMk/>
            <pc:sldMk cId="1518382799" sldId="269"/>
            <ac:spMk id="6" creationId="{F0A19614-D768-6AFC-4704-0F82E3BA77FD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7" creationId="{6C51D4CD-B617-DAE7-2F84-088FF385E2F8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8" creationId="{833C10C8-66D0-4E5F-2F2B-2B848D2AB3B3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9" creationId="{6A480040-10FD-B15D-3DE5-6BF4ADE10BCE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0" creationId="{ECDB0E8B-59FE-BB22-570E-8DB858CB90E2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1" creationId="{1B0A4E5E-E958-FFB3-D5E9-76C56E0B727C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2" creationId="{530DFF5A-97F0-E8F9-8961-F0EE14EE639B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3" creationId="{70E5DA8F-7EB3-2112-CE10-DF0F19A280FD}"/>
          </ac:spMkLst>
        </pc:spChg>
        <pc:spChg chg="add del mod">
          <ac:chgData name="Wiki Cholewa" userId="a7e065584b631d05" providerId="LiveId" clId="{A3A5D222-16D6-4BC5-BB39-3C3F00F12DF5}" dt="2024-06-18T12:19:56.116" v="4825" actId="478"/>
          <ac:spMkLst>
            <pc:docMk/>
            <pc:sldMk cId="1518382799" sldId="269"/>
            <ac:spMk id="14" creationId="{DF280F52-C724-2771-73F6-EF08612CD453}"/>
          </ac:spMkLst>
        </pc:spChg>
        <pc:spChg chg="add del mod">
          <ac:chgData name="Wiki Cholewa" userId="a7e065584b631d05" providerId="LiveId" clId="{A3A5D222-16D6-4BC5-BB39-3C3F00F12DF5}" dt="2024-06-18T12:19:54.633" v="4824" actId="478"/>
          <ac:spMkLst>
            <pc:docMk/>
            <pc:sldMk cId="1518382799" sldId="269"/>
            <ac:spMk id="15" creationId="{6610FCB0-AF3F-67FB-2DAF-1AAF3A262F75}"/>
          </ac:spMkLst>
        </pc:spChg>
        <pc:spChg chg="add del mod">
          <ac:chgData name="Wiki Cholewa" userId="a7e065584b631d05" providerId="LiveId" clId="{A3A5D222-16D6-4BC5-BB39-3C3F00F12DF5}" dt="2024-06-18T12:20:43.349" v="4837" actId="478"/>
          <ac:spMkLst>
            <pc:docMk/>
            <pc:sldMk cId="1518382799" sldId="269"/>
            <ac:spMk id="16" creationId="{96226455-6937-8A59-66EA-4B8643EE4A24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17" creationId="{4CC63D6A-12AE-B519-D481-3ADFAA537AD8}"/>
          </ac:spMkLst>
        </pc:spChg>
        <pc:spChg chg="add del mod">
          <ac:chgData name="Wiki Cholewa" userId="a7e065584b631d05" providerId="LiveId" clId="{A3A5D222-16D6-4BC5-BB39-3C3F00F12DF5}" dt="2024-06-18T12:21:41.139" v="4853" actId="478"/>
          <ac:spMkLst>
            <pc:docMk/>
            <pc:sldMk cId="1518382799" sldId="269"/>
            <ac:spMk id="18" creationId="{DE241A2E-4C65-9267-39C3-B843DDC12B37}"/>
          </ac:spMkLst>
        </pc:spChg>
        <pc:spChg chg="add del mod">
          <ac:chgData name="Wiki Cholewa" userId="a7e065584b631d05" providerId="LiveId" clId="{A3A5D222-16D6-4BC5-BB39-3C3F00F12DF5}" dt="2024-06-18T12:20:59.473" v="4843" actId="478"/>
          <ac:spMkLst>
            <pc:docMk/>
            <pc:sldMk cId="1518382799" sldId="269"/>
            <ac:spMk id="19" creationId="{B9143BED-8166-010A-7685-9A0DDFFAC31E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0" creationId="{99860E59-882B-3301-788E-2EAA22EBA523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1" creationId="{DECF7708-A008-CAD6-FA07-0C23360C4F6A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2" creationId="{6281FD0C-D24B-D13A-3801-E5E89739BB66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23" creationId="{AAAAC69B-A499-DC92-C1A9-4D1DC05D96CC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4" creationId="{070A1E38-7A44-2651-0AF2-A71C9DFFE50B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5" creationId="{BD4DFCE8-0A47-37CB-9AAD-AA34A702C6AE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6" creationId="{27F8947C-0C3F-1860-8478-ECC8646F0491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7" creationId="{93ED3860-2351-5149-D3BF-B73C145EAAAD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28" creationId="{98D5B64A-934E-4B81-E805-18129A539245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29" creationId="{125D2079-8B6E-E69C-F61E-DBC0E98314AC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0" creationId="{925EB9E0-7145-E8FE-B379-978B899F07AC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1" creationId="{0DBCDCBF-4933-8B53-02CD-6E7E69421431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2" creationId="{44B917F6-BA01-BE26-067E-67E9F23D9D16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3" creationId="{14E40E0F-C5F7-0ADB-802A-FACD4165C947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4" creationId="{D0D135A2-AA20-968A-5A92-07D5E601DED1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5" creationId="{C22E7246-6CFA-94EF-987A-9944FB9681F5}"/>
          </ac:spMkLst>
        </pc:spChg>
        <pc:spChg chg="add del mod">
          <ac:chgData name="Wiki Cholewa" userId="a7e065584b631d05" providerId="LiveId" clId="{A3A5D222-16D6-4BC5-BB39-3C3F00F12DF5}" dt="2024-06-18T12:32:29.253" v="5037" actId="478"/>
          <ac:spMkLst>
            <pc:docMk/>
            <pc:sldMk cId="1518382799" sldId="269"/>
            <ac:spMk id="45" creationId="{ED0CDB47-692E-D927-934D-41927CA64D96}"/>
          </ac:spMkLst>
        </pc:spChg>
        <pc:spChg chg="add del mod">
          <ac:chgData name="Wiki Cholewa" userId="a7e065584b631d05" providerId="LiveId" clId="{A3A5D222-16D6-4BC5-BB39-3C3F00F12DF5}" dt="2024-06-18T12:26:54.614" v="4955" actId="478"/>
          <ac:spMkLst>
            <pc:docMk/>
            <pc:sldMk cId="1518382799" sldId="269"/>
            <ac:spMk id="46" creationId="{C8887DB6-9FFA-13BD-3FA8-16BD474F8C05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47" creationId="{9A80BD53-3188-3FFC-C85D-6D7EC30EB304}"/>
          </ac:spMkLst>
        </pc:spChg>
        <pc:spChg chg="add del mod">
          <ac:chgData name="Wiki Cholewa" userId="a7e065584b631d05" providerId="LiveId" clId="{A3A5D222-16D6-4BC5-BB39-3C3F00F12DF5}" dt="2024-06-18T12:29:10.027" v="4995" actId="478"/>
          <ac:spMkLst>
            <pc:docMk/>
            <pc:sldMk cId="1518382799" sldId="269"/>
            <ac:spMk id="48" creationId="{D7F727D7-7C17-9E6B-F40F-55EB99C5ACE7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49" creationId="{D62F009B-B6AB-CE28-E332-03253DF857C0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50" creationId="{4FF812E8-27B3-5DE1-C645-0876B8780561}"/>
          </ac:spMkLst>
        </pc:spChg>
        <pc:cxnChg chg="add del mod">
          <ac:chgData name="Wiki Cholewa" userId="a7e065584b631d05" providerId="LiveId" clId="{A3A5D222-16D6-4BC5-BB39-3C3F00F12DF5}" dt="2024-06-18T12:32:23.555" v="5033" actId="478"/>
          <ac:cxnSpMkLst>
            <pc:docMk/>
            <pc:sldMk cId="1518382799" sldId="269"/>
            <ac:cxnSpMk id="37" creationId="{DB8D7A60-F341-D826-4FFB-009521B7AFF2}"/>
          </ac:cxnSpMkLst>
        </pc:cxnChg>
        <pc:cxnChg chg="add del mod">
          <ac:chgData name="Wiki Cholewa" userId="a7e065584b631d05" providerId="LiveId" clId="{A3A5D222-16D6-4BC5-BB39-3C3F00F12DF5}" dt="2024-06-18T12:32:26.089" v="5035" actId="478"/>
          <ac:cxnSpMkLst>
            <pc:docMk/>
            <pc:sldMk cId="1518382799" sldId="269"/>
            <ac:cxnSpMk id="38" creationId="{67EA1500-AB04-925D-CC69-EC6F49E0CA28}"/>
          </ac:cxnSpMkLst>
        </pc:cxnChg>
        <pc:cxnChg chg="add del mod">
          <ac:chgData name="Wiki Cholewa" userId="a7e065584b631d05" providerId="LiveId" clId="{A3A5D222-16D6-4BC5-BB39-3C3F00F12DF5}" dt="2024-06-18T12:32:24.890" v="5034" actId="478"/>
          <ac:cxnSpMkLst>
            <pc:docMk/>
            <pc:sldMk cId="1518382799" sldId="269"/>
            <ac:cxnSpMk id="39" creationId="{A76BFA60-2F51-CACB-990C-2548E2DB9B37}"/>
          </ac:cxnSpMkLst>
        </pc:cxnChg>
      </pc:sldChg>
      <pc:sldChg chg="addSp delSp modSp new mod">
        <pc:chgData name="Wiki Cholewa" userId="a7e065584b631d05" providerId="LiveId" clId="{A3A5D222-16D6-4BC5-BB39-3C3F00F12DF5}" dt="2024-06-18T12:42:55.310" v="5119" actId="20577"/>
        <pc:sldMkLst>
          <pc:docMk/>
          <pc:sldMk cId="2886280748" sldId="270"/>
        </pc:sldMkLst>
        <pc:spChg chg="mod">
          <ac:chgData name="Wiki Cholewa" userId="a7e065584b631d05" providerId="LiveId" clId="{A3A5D222-16D6-4BC5-BB39-3C3F00F12DF5}" dt="2024-06-18T12:30:55.747" v="5013" actId="20577"/>
          <ac:spMkLst>
            <pc:docMk/>
            <pc:sldMk cId="2886280748" sldId="270"/>
            <ac:spMk id="2" creationId="{C05EE659-9E15-F7BC-680A-E57050233FB1}"/>
          </ac:spMkLst>
        </pc:spChg>
        <pc:spChg chg="del">
          <ac:chgData name="Wiki Cholewa" userId="a7e065584b631d05" providerId="LiveId" clId="{A3A5D222-16D6-4BC5-BB39-3C3F00F12DF5}" dt="2024-06-18T12:31:08.097" v="5015" actId="478"/>
          <ac:spMkLst>
            <pc:docMk/>
            <pc:sldMk cId="2886280748" sldId="270"/>
            <ac:spMk id="3" creationId="{0AAADA93-33A9-185F-4285-B603F0402066}"/>
          </ac:spMkLst>
        </pc:spChg>
        <pc:spChg chg="add del mod">
          <ac:chgData name="Wiki Cholewa" userId="a7e065584b631d05" providerId="LiveId" clId="{A3A5D222-16D6-4BC5-BB39-3C3F00F12DF5}" dt="2024-06-18T12:32:20.655" v="5032" actId="478"/>
          <ac:spMkLst>
            <pc:docMk/>
            <pc:sldMk cId="2886280748" sldId="270"/>
            <ac:spMk id="5" creationId="{051F096C-FC50-0676-3EAA-49A562C93581}"/>
          </ac:spMkLst>
        </pc:spChg>
        <pc:spChg chg="add mod">
          <ac:chgData name="Wiki Cholewa" userId="a7e065584b631d05" providerId="LiveId" clId="{A3A5D222-16D6-4BC5-BB39-3C3F00F12DF5}" dt="2024-06-18T12:33:09.220" v="5051" actId="1076"/>
          <ac:spMkLst>
            <pc:docMk/>
            <pc:sldMk cId="2886280748" sldId="270"/>
            <ac:spMk id="6" creationId="{7317288B-C78F-98F6-DB80-DAF0AFAA5F42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7" creationId="{6C51D4CD-B617-DAE7-2F84-088FF385E2F8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8" creationId="{833C10C8-66D0-4E5F-2F2B-2B848D2AB3B3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9" creationId="{6A480040-10FD-B15D-3DE5-6BF4ADE10BCE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0" creationId="{ECDB0E8B-59FE-BB22-570E-8DB858CB90E2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1" creationId="{1B0A4E5E-E958-FFB3-D5E9-76C56E0B727C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2" creationId="{530DFF5A-97F0-E8F9-8961-F0EE14EE639B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3" creationId="{70E5DA8F-7EB3-2112-CE10-DF0F19A280FD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17" creationId="{4CC63D6A-12AE-B519-D481-3ADFAA537AD8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0" creationId="{99860E59-882B-3301-788E-2EAA22EBA523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1" creationId="{DECF7708-A008-CAD6-FA07-0C23360C4F6A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2" creationId="{6281FD0C-D24B-D13A-3801-E5E89739BB66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23" creationId="{AAAAC69B-A499-DC92-C1A9-4D1DC05D96CC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4" creationId="{070A1E38-7A44-2651-0AF2-A71C9DFFE50B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5" creationId="{BD4DFCE8-0A47-37CB-9AAD-AA34A702C6AE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6" creationId="{27F8947C-0C3F-1860-8478-ECC8646F0491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7" creationId="{93ED3860-2351-5149-D3BF-B73C145EAAAD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28" creationId="{98D5B64A-934E-4B81-E805-18129A539245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29" creationId="{125D2079-8B6E-E69C-F61E-DBC0E98314AC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0" creationId="{925EB9E0-7145-E8FE-B379-978B899F07AC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1" creationId="{0DBCDCBF-4933-8B53-02CD-6E7E69421431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2" creationId="{44B917F6-BA01-BE26-067E-67E9F23D9D16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3" creationId="{14E40E0F-C5F7-0ADB-802A-FACD4165C947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4" creationId="{D0D135A2-AA20-968A-5A92-07D5E601DED1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5" creationId="{C22E7246-6CFA-94EF-987A-9944FB9681F5}"/>
          </ac:spMkLst>
        </pc:spChg>
        <pc:spChg chg="add mod">
          <ac:chgData name="Wiki Cholewa" userId="a7e065584b631d05" providerId="LiveId" clId="{A3A5D222-16D6-4BC5-BB39-3C3F00F12DF5}" dt="2024-06-18T12:34:47.583" v="5077" actId="1076"/>
          <ac:spMkLst>
            <pc:docMk/>
            <pc:sldMk cId="2886280748" sldId="270"/>
            <ac:spMk id="41" creationId="{450F9D17-5A61-25CE-8818-3A52956863A3}"/>
          </ac:spMkLst>
        </pc:spChg>
        <pc:spChg chg="add mod">
          <ac:chgData name="Wiki Cholewa" userId="a7e065584b631d05" providerId="LiveId" clId="{A3A5D222-16D6-4BC5-BB39-3C3F00F12DF5}" dt="2024-06-18T12:35:02.727" v="5081" actId="1076"/>
          <ac:spMkLst>
            <pc:docMk/>
            <pc:sldMk cId="2886280748" sldId="270"/>
            <ac:spMk id="42" creationId="{05C14A42-01AA-E2A8-86E3-068D9D064B89}"/>
          </ac:spMkLst>
        </pc:spChg>
        <pc:spChg chg="add mod">
          <ac:chgData name="Wiki Cholewa" userId="a7e065584b631d05" providerId="LiveId" clId="{A3A5D222-16D6-4BC5-BB39-3C3F00F12DF5}" dt="2024-06-18T12:35:07.318" v="5082" actId="1076"/>
          <ac:spMkLst>
            <pc:docMk/>
            <pc:sldMk cId="2886280748" sldId="270"/>
            <ac:spMk id="43" creationId="{26196419-04C5-CAE8-893E-6E31AD0DC788}"/>
          </ac:spMkLst>
        </pc:spChg>
        <pc:spChg chg="add mod">
          <ac:chgData name="Wiki Cholewa" userId="a7e065584b631d05" providerId="LiveId" clId="{A3A5D222-16D6-4BC5-BB39-3C3F00F12DF5}" dt="2024-06-18T12:38:09.159" v="5100" actId="20577"/>
          <ac:spMkLst>
            <pc:docMk/>
            <pc:sldMk cId="2886280748" sldId="270"/>
            <ac:spMk id="47" creationId="{0CD8AA06-E68C-0ED3-5E1F-F1D208A7DD5C}"/>
          </ac:spMkLst>
        </pc:spChg>
        <pc:spChg chg="add mod">
          <ac:chgData name="Wiki Cholewa" userId="a7e065584b631d05" providerId="LiveId" clId="{A3A5D222-16D6-4BC5-BB39-3C3F00F12DF5}" dt="2024-06-18T12:38:23.950" v="5104" actId="1076"/>
          <ac:spMkLst>
            <pc:docMk/>
            <pc:sldMk cId="2886280748" sldId="270"/>
            <ac:spMk id="48" creationId="{0AC4F40E-DFCD-A2F6-ECD1-D47C4BF8EDF4}"/>
          </ac:spMkLst>
        </pc:spChg>
        <pc:spChg chg="add mod">
          <ac:chgData name="Wiki Cholewa" userId="a7e065584b631d05" providerId="LiveId" clId="{A3A5D222-16D6-4BC5-BB39-3C3F00F12DF5}" dt="2024-06-18T12:38:19.010" v="5103" actId="1076"/>
          <ac:spMkLst>
            <pc:docMk/>
            <pc:sldMk cId="2886280748" sldId="270"/>
            <ac:spMk id="49" creationId="{79B896E0-6975-B458-5A44-AA7267381A7F}"/>
          </ac:spMkLst>
        </pc:spChg>
        <pc:spChg chg="add mod">
          <ac:chgData name="Wiki Cholewa" userId="a7e065584b631d05" providerId="LiveId" clId="{A3A5D222-16D6-4BC5-BB39-3C3F00F12DF5}" dt="2024-06-18T12:42:55.310" v="5119" actId="20577"/>
          <ac:spMkLst>
            <pc:docMk/>
            <pc:sldMk cId="2886280748" sldId="270"/>
            <ac:spMk id="52" creationId="{66F7890A-5DA6-B5D0-3894-7B609D893281}"/>
          </ac:spMkLst>
        </pc:spChg>
        <pc:cxnChg chg="add mod">
          <ac:chgData name="Wiki Cholewa" userId="a7e065584b631d05" providerId="LiveId" clId="{A3A5D222-16D6-4BC5-BB39-3C3F00F12DF5}" dt="2024-06-18T12:33:40.537" v="5055" actId="1582"/>
          <ac:cxnSpMkLst>
            <pc:docMk/>
            <pc:sldMk cId="2886280748" sldId="270"/>
            <ac:cxnSpMk id="15" creationId="{F8A2283E-BA11-F36A-A4CF-5C2E5B5A3686}"/>
          </ac:cxnSpMkLst>
        </pc:cxnChg>
        <pc:cxnChg chg="add mod">
          <ac:chgData name="Wiki Cholewa" userId="a7e065584b631d05" providerId="LiveId" clId="{A3A5D222-16D6-4BC5-BB39-3C3F00F12DF5}" dt="2024-06-18T12:33:59.242" v="5061" actId="14100"/>
          <ac:cxnSpMkLst>
            <pc:docMk/>
            <pc:sldMk cId="2886280748" sldId="270"/>
            <ac:cxnSpMk id="16" creationId="{3E3F0F08-98C7-495E-8870-6AC95190C852}"/>
          </ac:cxnSpMkLst>
        </pc:cxnChg>
        <pc:cxnChg chg="add mod">
          <ac:chgData name="Wiki Cholewa" userId="a7e065584b631d05" providerId="LiveId" clId="{A3A5D222-16D6-4BC5-BB39-3C3F00F12DF5}" dt="2024-06-18T12:33:52.124" v="5059" actId="14100"/>
          <ac:cxnSpMkLst>
            <pc:docMk/>
            <pc:sldMk cId="2886280748" sldId="270"/>
            <ac:cxnSpMk id="18" creationId="{F9AF7D2E-CD57-921A-7129-652CD358278E}"/>
          </ac:cxnSpMkLst>
        </pc:cxnChg>
        <pc:cxnChg chg="add mod">
          <ac:chgData name="Wiki Cholewa" userId="a7e065584b631d05" providerId="LiveId" clId="{A3A5D222-16D6-4BC5-BB39-3C3F00F12DF5}" dt="2024-06-18T12:34:14.893" v="5064" actId="14100"/>
          <ac:cxnSpMkLst>
            <pc:docMk/>
            <pc:sldMk cId="2886280748" sldId="270"/>
            <ac:cxnSpMk id="37" creationId="{CF255792-DD00-0E29-9332-B1C53EC3800F}"/>
          </ac:cxnSpMkLst>
        </pc:cxnChg>
        <pc:cxnChg chg="add mod">
          <ac:chgData name="Wiki Cholewa" userId="a7e065584b631d05" providerId="LiveId" clId="{A3A5D222-16D6-4BC5-BB39-3C3F00F12DF5}" dt="2024-06-18T12:34:29.034" v="5068" actId="1076"/>
          <ac:cxnSpMkLst>
            <pc:docMk/>
            <pc:sldMk cId="2886280748" sldId="270"/>
            <ac:cxnSpMk id="39" creationId="{9492D33D-7AF5-757A-71CF-8A73084D5B6A}"/>
          </ac:cxnSpMkLst>
        </pc:cxnChg>
        <pc:cxnChg chg="add mod">
          <ac:chgData name="Wiki Cholewa" userId="a7e065584b631d05" providerId="LiveId" clId="{A3A5D222-16D6-4BC5-BB39-3C3F00F12DF5}" dt="2024-06-18T12:34:23.024" v="5067" actId="1076"/>
          <ac:cxnSpMkLst>
            <pc:docMk/>
            <pc:sldMk cId="2886280748" sldId="270"/>
            <ac:cxnSpMk id="40" creationId="{55EF8298-8AF6-8FAF-4323-4AF95BF44207}"/>
          </ac:cxnSpMkLst>
        </pc:cxnChg>
        <pc:cxnChg chg="add mod">
          <ac:chgData name="Wiki Cholewa" userId="a7e065584b631d05" providerId="LiveId" clId="{A3A5D222-16D6-4BC5-BB39-3C3F00F12DF5}" dt="2024-06-18T12:37:53.973" v="5088" actId="1076"/>
          <ac:cxnSpMkLst>
            <pc:docMk/>
            <pc:sldMk cId="2886280748" sldId="270"/>
            <ac:cxnSpMk id="44" creationId="{1F333145-E135-BF08-B41A-BD49A050CF16}"/>
          </ac:cxnSpMkLst>
        </pc:cxnChg>
        <pc:cxnChg chg="add mod">
          <ac:chgData name="Wiki Cholewa" userId="a7e065584b631d05" providerId="LiveId" clId="{A3A5D222-16D6-4BC5-BB39-3C3F00F12DF5}" dt="2024-06-18T12:37:40.109" v="5086" actId="1076"/>
          <ac:cxnSpMkLst>
            <pc:docMk/>
            <pc:sldMk cId="2886280748" sldId="270"/>
            <ac:cxnSpMk id="45" creationId="{F61A917A-418A-DED7-990C-F285E5B3E39A}"/>
          </ac:cxnSpMkLst>
        </pc:cxnChg>
        <pc:cxnChg chg="add mod">
          <ac:chgData name="Wiki Cholewa" userId="a7e065584b631d05" providerId="LiveId" clId="{A3A5D222-16D6-4BC5-BB39-3C3F00F12DF5}" dt="2024-06-18T12:37:49.177" v="5087" actId="1076"/>
          <ac:cxnSpMkLst>
            <pc:docMk/>
            <pc:sldMk cId="2886280748" sldId="270"/>
            <ac:cxnSpMk id="46" creationId="{BCDBB67F-344A-A22C-F978-EEEB25E5F27C}"/>
          </ac:cxnSpMkLst>
        </pc:cxnChg>
        <pc:cxnChg chg="add mod">
          <ac:chgData name="Wiki Cholewa" userId="a7e065584b631d05" providerId="LiveId" clId="{A3A5D222-16D6-4BC5-BB39-3C3F00F12DF5}" dt="2024-06-18T12:42:40.473" v="5106" actId="208"/>
          <ac:cxnSpMkLst>
            <pc:docMk/>
            <pc:sldMk cId="2886280748" sldId="270"/>
            <ac:cxnSpMk id="51" creationId="{1DC3DB74-B031-0649-9AA8-6A66DE7E9DFF}"/>
          </ac:cxnSpMkLst>
        </pc:cxnChg>
      </pc:sldChg>
      <pc:sldChg chg="modSp add mod ord">
        <pc:chgData name="Wiki Cholewa" userId="a7e065584b631d05" providerId="LiveId" clId="{A3A5D222-16D6-4BC5-BB39-3C3F00F12DF5}" dt="2024-06-18T12:47:50.768" v="5326" actId="20577"/>
        <pc:sldMkLst>
          <pc:docMk/>
          <pc:sldMk cId="95529279" sldId="271"/>
        </pc:sldMkLst>
        <pc:spChg chg="mod">
          <ac:chgData name="Wiki Cholewa" userId="a7e065584b631d05" providerId="LiveId" clId="{A3A5D222-16D6-4BC5-BB39-3C3F00F12DF5}" dt="2024-06-18T12:47:50.768" v="5326" actId="20577"/>
          <ac:spMkLst>
            <pc:docMk/>
            <pc:sldMk cId="95529279" sldId="271"/>
            <ac:spMk id="2" creationId="{3B1E8BCB-F548-B957-E3FE-7EC8ADDE87B5}"/>
          </ac:spMkLst>
        </pc:spChg>
      </pc:sldChg>
      <pc:sldChg chg="modSp new mod">
        <pc:chgData name="Wiki Cholewa" userId="a7e065584b631d05" providerId="LiveId" clId="{A3A5D222-16D6-4BC5-BB39-3C3F00F12DF5}" dt="2024-06-18T12:54:09.666" v="5713" actId="20577"/>
        <pc:sldMkLst>
          <pc:docMk/>
          <pc:sldMk cId="36262549" sldId="272"/>
        </pc:sldMkLst>
        <pc:spChg chg="mod">
          <ac:chgData name="Wiki Cholewa" userId="a7e065584b631d05" providerId="LiveId" clId="{A3A5D222-16D6-4BC5-BB39-3C3F00F12DF5}" dt="2024-06-18T12:54:09.666" v="5713" actId="20577"/>
          <ac:spMkLst>
            <pc:docMk/>
            <pc:sldMk cId="36262549" sldId="272"/>
            <ac:spMk id="2" creationId="{400627E2-4DDF-50FA-00A3-7EB204BD7BCE}"/>
          </ac:spMkLst>
        </pc:spChg>
        <pc:spChg chg="mod">
          <ac:chgData name="Wiki Cholewa" userId="a7e065584b631d05" providerId="LiveId" clId="{A3A5D222-16D6-4BC5-BB39-3C3F00F12DF5}" dt="2024-06-18T12:48:42.408" v="5392" actId="20577"/>
          <ac:spMkLst>
            <pc:docMk/>
            <pc:sldMk cId="36262549" sldId="272"/>
            <ac:spMk id="3" creationId="{36B05B30-2530-4181-C023-15A9D9826DC1}"/>
          </ac:spMkLst>
        </pc:spChg>
      </pc:sldChg>
      <pc:sldChg chg="new del">
        <pc:chgData name="Wiki Cholewa" userId="a7e065584b631d05" providerId="LiveId" clId="{A3A5D222-16D6-4BC5-BB39-3C3F00F12DF5}" dt="2024-06-18T12:48:11.765" v="5328" actId="2696"/>
        <pc:sldMkLst>
          <pc:docMk/>
          <pc:sldMk cId="650186399" sldId="272"/>
        </pc:sldMkLst>
      </pc:sldChg>
      <pc:sldChg chg="addSp delSp modSp new mod">
        <pc:chgData name="Wiki Cholewa" userId="a7e065584b631d05" providerId="LiveId" clId="{A3A5D222-16D6-4BC5-BB39-3C3F00F12DF5}" dt="2024-06-18T13:03:09.061" v="5907" actId="20577"/>
        <pc:sldMkLst>
          <pc:docMk/>
          <pc:sldMk cId="369909090" sldId="273"/>
        </pc:sldMkLst>
        <pc:spChg chg="mod">
          <ac:chgData name="Wiki Cholewa" userId="a7e065584b631d05" providerId="LiveId" clId="{A3A5D222-16D6-4BC5-BB39-3C3F00F12DF5}" dt="2024-06-18T12:54:20.558" v="5730" actId="20577"/>
          <ac:spMkLst>
            <pc:docMk/>
            <pc:sldMk cId="369909090" sldId="273"/>
            <ac:spMk id="2" creationId="{5352A49F-9122-C194-90FA-308B09679EFB}"/>
          </ac:spMkLst>
        </pc:spChg>
        <pc:spChg chg="add del mod">
          <ac:chgData name="Wiki Cholewa" userId="a7e065584b631d05" providerId="LiveId" clId="{A3A5D222-16D6-4BC5-BB39-3C3F00F12DF5}" dt="2024-06-18T13:01:22.418" v="5771" actId="478"/>
          <ac:spMkLst>
            <pc:docMk/>
            <pc:sldMk cId="369909090" sldId="273"/>
            <ac:spMk id="5" creationId="{D6B4F439-B88B-FCF9-B468-C4BE0AC96F9D}"/>
          </ac:spMkLst>
        </pc:spChg>
        <pc:spChg chg="add mod">
          <ac:chgData name="Wiki Cholewa" userId="a7e065584b631d05" providerId="LiveId" clId="{A3A5D222-16D6-4BC5-BB39-3C3F00F12DF5}" dt="2024-06-18T13:03:09.061" v="5907" actId="20577"/>
          <ac:spMkLst>
            <pc:docMk/>
            <pc:sldMk cId="369909090" sldId="273"/>
            <ac:spMk id="7" creationId="{F8F38866-A085-5C4D-5204-B52B4AC70D61}"/>
          </ac:spMkLst>
        </pc:spChg>
        <pc:picChg chg="add mod">
          <ac:chgData name="Wiki Cholewa" userId="a7e065584b631d05" providerId="LiveId" clId="{A3A5D222-16D6-4BC5-BB39-3C3F00F12DF5}" dt="2024-06-18T13:01:55.818" v="5778" actId="1076"/>
          <ac:picMkLst>
            <pc:docMk/>
            <pc:sldMk cId="369909090" sldId="273"/>
            <ac:picMk id="6" creationId="{EA8F1394-550D-3C79-3BAF-91173A2F1661}"/>
          </ac:picMkLst>
        </pc:picChg>
      </pc:sldChg>
      <pc:sldChg chg="addSp delSp modSp add mod">
        <pc:chgData name="Wiki Cholewa" userId="a7e065584b631d05" providerId="LiveId" clId="{A3A5D222-16D6-4BC5-BB39-3C3F00F12DF5}" dt="2024-06-18T13:00:21.057" v="5761" actId="478"/>
        <pc:sldMkLst>
          <pc:docMk/>
          <pc:sldMk cId="1646849638" sldId="274"/>
        </pc:sldMkLst>
        <pc:spChg chg="mod">
          <ac:chgData name="Wiki Cholewa" userId="a7e065584b631d05" providerId="LiveId" clId="{A3A5D222-16D6-4BC5-BB39-3C3F00F12DF5}" dt="2024-06-18T12:57:30.639" v="5740" actId="13926"/>
          <ac:spMkLst>
            <pc:docMk/>
            <pc:sldMk cId="1646849638" sldId="274"/>
            <ac:spMk id="5" creationId="{D6B4F439-B88B-FCF9-B468-C4BE0AC96F9D}"/>
          </ac:spMkLst>
        </pc:spChg>
        <pc:spChg chg="add del mod">
          <ac:chgData name="Wiki Cholewa" userId="a7e065584b631d05" providerId="LiveId" clId="{A3A5D222-16D6-4BC5-BB39-3C3F00F12DF5}" dt="2024-06-18T13:00:21.057" v="5761" actId="478"/>
          <ac:spMkLst>
            <pc:docMk/>
            <pc:sldMk cId="1646849638" sldId="274"/>
            <ac:spMk id="6" creationId="{7639E56D-493C-9752-D4A7-B263DB0AEBA9}"/>
          </ac:spMkLst>
        </pc:spChg>
        <pc:spChg chg="add del mod">
          <ac:chgData name="Wiki Cholewa" userId="a7e065584b631d05" providerId="LiveId" clId="{A3A5D222-16D6-4BC5-BB39-3C3F00F12DF5}" dt="2024-06-18T13:00:11.753" v="5758" actId="478"/>
          <ac:spMkLst>
            <pc:docMk/>
            <pc:sldMk cId="1646849638" sldId="274"/>
            <ac:spMk id="7" creationId="{EA7C116F-55FE-2A49-E962-E487785A74D6}"/>
          </ac:spMkLst>
        </pc:spChg>
        <pc:spChg chg="add del mod">
          <ac:chgData name="Wiki Cholewa" userId="a7e065584b631d05" providerId="LiveId" clId="{A3A5D222-16D6-4BC5-BB39-3C3F00F12DF5}" dt="2024-06-18T13:00:13.168" v="5759" actId="478"/>
          <ac:spMkLst>
            <pc:docMk/>
            <pc:sldMk cId="1646849638" sldId="274"/>
            <ac:spMk id="8" creationId="{27A8D432-23A1-47F4-D752-C789B87AC089}"/>
          </ac:spMkLst>
        </pc:spChg>
        <pc:spChg chg="add del mod">
          <ac:chgData name="Wiki Cholewa" userId="a7e065584b631d05" providerId="LiveId" clId="{A3A5D222-16D6-4BC5-BB39-3C3F00F12DF5}" dt="2024-06-18T13:00:14.841" v="5760" actId="478"/>
          <ac:spMkLst>
            <pc:docMk/>
            <pc:sldMk cId="1646849638" sldId="274"/>
            <ac:spMk id="9" creationId="{012D0785-46AA-E761-6329-8CE3662BA900}"/>
          </ac:spMkLst>
        </pc:spChg>
      </pc:sldChg>
      <pc:sldChg chg="modSp add mod ord">
        <pc:chgData name="Wiki Cholewa" userId="a7e065584b631d05" providerId="LiveId" clId="{A3A5D222-16D6-4BC5-BB39-3C3F00F12DF5}" dt="2024-06-18T13:00:54.049" v="5767" actId="13926"/>
        <pc:sldMkLst>
          <pc:docMk/>
          <pc:sldMk cId="1186012594" sldId="275"/>
        </pc:sldMkLst>
        <pc:spChg chg="mod">
          <ac:chgData name="Wiki Cholewa" userId="a7e065584b631d05" providerId="LiveId" clId="{A3A5D222-16D6-4BC5-BB39-3C3F00F12DF5}" dt="2024-06-18T13:00:54.049" v="5767" actId="13926"/>
          <ac:spMkLst>
            <pc:docMk/>
            <pc:sldMk cId="1186012594" sldId="275"/>
            <ac:spMk id="5" creationId="{D6B4F439-B88B-FCF9-B468-C4BE0AC96F9D}"/>
          </ac:spMkLst>
        </pc:spChg>
      </pc:sldChg>
      <pc:sldChg chg="modSp add mod">
        <pc:chgData name="Wiki Cholewa" userId="a7e065584b631d05" providerId="LiveId" clId="{A3A5D222-16D6-4BC5-BB39-3C3F00F12DF5}" dt="2024-06-18T13:01:00.841" v="5768" actId="13926"/>
        <pc:sldMkLst>
          <pc:docMk/>
          <pc:sldMk cId="1776101118" sldId="276"/>
        </pc:sldMkLst>
        <pc:spChg chg="mod">
          <ac:chgData name="Wiki Cholewa" userId="a7e065584b631d05" providerId="LiveId" clId="{A3A5D222-16D6-4BC5-BB39-3C3F00F12DF5}" dt="2024-06-18T13:01:00.841" v="5768" actId="13926"/>
          <ac:spMkLst>
            <pc:docMk/>
            <pc:sldMk cId="1776101118" sldId="276"/>
            <ac:spMk id="5" creationId="{D6B4F439-B88B-FCF9-B468-C4BE0AC96F9D}"/>
          </ac:spMkLst>
        </pc:spChg>
      </pc:sldChg>
      <pc:sldChg chg="modSp add mod">
        <pc:chgData name="Wiki Cholewa" userId="a7e065584b631d05" providerId="LiveId" clId="{A3A5D222-16D6-4BC5-BB39-3C3F00F12DF5}" dt="2024-06-18T13:01:07.620" v="5769" actId="13926"/>
        <pc:sldMkLst>
          <pc:docMk/>
          <pc:sldMk cId="3258351212" sldId="277"/>
        </pc:sldMkLst>
        <pc:spChg chg="mod">
          <ac:chgData name="Wiki Cholewa" userId="a7e065584b631d05" providerId="LiveId" clId="{A3A5D222-16D6-4BC5-BB39-3C3F00F12DF5}" dt="2024-06-18T13:01:07.620" v="5769" actId="13926"/>
          <ac:spMkLst>
            <pc:docMk/>
            <pc:sldMk cId="3258351212" sldId="277"/>
            <ac:spMk id="5" creationId="{D6B4F439-B88B-FCF9-B468-C4BE0AC96F9D}"/>
          </ac:spMkLst>
        </pc:spChg>
      </pc:sldChg>
      <pc:sldChg chg="add">
        <pc:chgData name="Wiki Cholewa" userId="a7e065584b631d05" providerId="LiveId" clId="{A3A5D222-16D6-4BC5-BB39-3C3F00F12DF5}" dt="2024-06-18T13:01:18.279" v="5770" actId="2890"/>
        <pc:sldMkLst>
          <pc:docMk/>
          <pc:sldMk cId="3328515686" sldId="278"/>
        </pc:sldMkLst>
      </pc:sldChg>
      <pc:sldChg chg="addSp delSp modSp new mod">
        <pc:chgData name="Wiki Cholewa" userId="a7e065584b631d05" providerId="LiveId" clId="{A3A5D222-16D6-4BC5-BB39-3C3F00F12DF5}" dt="2024-06-18T13:04:53.353" v="5945" actId="21"/>
        <pc:sldMkLst>
          <pc:docMk/>
          <pc:sldMk cId="1803902472" sldId="279"/>
        </pc:sldMkLst>
        <pc:spChg chg="del">
          <ac:chgData name="Wiki Cholewa" userId="a7e065584b631d05" providerId="LiveId" clId="{A3A5D222-16D6-4BC5-BB39-3C3F00F12DF5}" dt="2024-06-18T13:03:43.898" v="5936" actId="478"/>
          <ac:spMkLst>
            <pc:docMk/>
            <pc:sldMk cId="1803902472" sldId="279"/>
            <ac:spMk id="2" creationId="{D8C3E7BE-F1FD-2E08-144D-D913ED9F677D}"/>
          </ac:spMkLst>
        </pc:spChg>
        <pc:spChg chg="mod">
          <ac:chgData name="Wiki Cholewa" userId="a7e065584b631d05" providerId="LiveId" clId="{A3A5D222-16D6-4BC5-BB39-3C3F00F12DF5}" dt="2024-06-18T13:03:35.566" v="5926" actId="20577"/>
          <ac:spMkLst>
            <pc:docMk/>
            <pc:sldMk cId="1803902472" sldId="279"/>
            <ac:spMk id="3" creationId="{DBEED6B8-3BA1-6EC2-0BCC-602AFA047CBE}"/>
          </ac:spMkLst>
        </pc:spChg>
        <pc:spChg chg="mod">
          <ac:chgData name="Wiki Cholewa" userId="a7e065584b631d05" providerId="LiveId" clId="{A3A5D222-16D6-4BC5-BB39-3C3F00F12DF5}" dt="2024-06-18T13:03:38.212" v="5935" actId="20577"/>
          <ac:spMkLst>
            <pc:docMk/>
            <pc:sldMk cId="1803902472" sldId="279"/>
            <ac:spMk id="4" creationId="{B965F273-E654-423E-13B0-F0B5B50F0265}"/>
          </ac:spMkLst>
        </pc:spChg>
        <pc:spChg chg="add mod">
          <ac:chgData name="Wiki Cholewa" userId="a7e065584b631d05" providerId="LiveId" clId="{A3A5D222-16D6-4BC5-BB39-3C3F00F12DF5}" dt="2024-06-18T13:04:10.920" v="5940"/>
          <ac:spMkLst>
            <pc:docMk/>
            <pc:sldMk cId="1803902472" sldId="279"/>
            <ac:spMk id="6" creationId="{ED08F741-B99C-17AE-79A1-C1E2CC50FAE7}"/>
          </ac:spMkLst>
        </pc:spChg>
        <pc:picChg chg="add del mod">
          <ac:chgData name="Wiki Cholewa" userId="a7e065584b631d05" providerId="LiveId" clId="{A3A5D222-16D6-4BC5-BB39-3C3F00F12DF5}" dt="2024-06-18T13:04:53.353" v="5945" actId="21"/>
          <ac:picMkLst>
            <pc:docMk/>
            <pc:sldMk cId="1803902472" sldId="279"/>
            <ac:picMk id="7" creationId="{77A05C81-8E92-A075-C844-0FB75841FBD0}"/>
          </ac:picMkLst>
        </pc:picChg>
      </pc:sldChg>
      <pc:sldChg chg="addSp modSp add mod">
        <pc:chgData name="Wiki Cholewa" userId="a7e065584b631d05" providerId="LiveId" clId="{A3A5D222-16D6-4BC5-BB39-3C3F00F12DF5}" dt="2024-06-18T13:05:08.406" v="5948"/>
        <pc:sldMkLst>
          <pc:docMk/>
          <pc:sldMk cId="2190246025" sldId="280"/>
        </pc:sldMkLst>
        <pc:spChg chg="mod">
          <ac:chgData name="Wiki Cholewa" userId="a7e065584b631d05" providerId="LiveId" clId="{A3A5D222-16D6-4BC5-BB39-3C3F00F12DF5}" dt="2024-06-18T13:05:04.410" v="5947" actId="13926"/>
          <ac:spMkLst>
            <pc:docMk/>
            <pc:sldMk cId="2190246025" sldId="280"/>
            <ac:spMk id="6" creationId="{ED08F741-B99C-17AE-79A1-C1E2CC50FAE7}"/>
          </ac:spMkLst>
        </pc:spChg>
        <pc:picChg chg="add mod">
          <ac:chgData name="Wiki Cholewa" userId="a7e065584b631d05" providerId="LiveId" clId="{A3A5D222-16D6-4BC5-BB39-3C3F00F12DF5}" dt="2024-06-18T13:05:08.406" v="5948"/>
          <ac:picMkLst>
            <pc:docMk/>
            <pc:sldMk cId="2190246025" sldId="280"/>
            <ac:picMk id="7" creationId="{77A05C81-8E92-A075-C844-0FB75841FBD0}"/>
          </ac:picMkLst>
        </pc:picChg>
      </pc:sldChg>
      <pc:sldChg chg="modSp new mod">
        <pc:chgData name="Wiki Cholewa" userId="a7e065584b631d05" providerId="LiveId" clId="{A3A5D222-16D6-4BC5-BB39-3C3F00F12DF5}" dt="2024-06-18T13:12:40.498" v="6380" actId="20577"/>
        <pc:sldMkLst>
          <pc:docMk/>
          <pc:sldMk cId="1868354150" sldId="281"/>
        </pc:sldMkLst>
        <pc:spChg chg="mod">
          <ac:chgData name="Wiki Cholewa" userId="a7e065584b631d05" providerId="LiveId" clId="{A3A5D222-16D6-4BC5-BB39-3C3F00F12DF5}" dt="2024-06-18T13:12:40.498" v="6380" actId="20577"/>
          <ac:spMkLst>
            <pc:docMk/>
            <pc:sldMk cId="1868354150" sldId="281"/>
            <ac:spMk id="2" creationId="{DADAB032-AE13-1563-053A-8E4ADF10AF05}"/>
          </ac:spMkLst>
        </pc:spChg>
        <pc:spChg chg="mod">
          <ac:chgData name="Wiki Cholewa" userId="a7e065584b631d05" providerId="LiveId" clId="{A3A5D222-16D6-4BC5-BB39-3C3F00F12DF5}" dt="2024-06-18T13:05:47.196" v="5976" actId="20577"/>
          <ac:spMkLst>
            <pc:docMk/>
            <pc:sldMk cId="1868354150" sldId="281"/>
            <ac:spMk id="3" creationId="{7F2AA643-79F2-28B2-8B6F-C862A79F7AB9}"/>
          </ac:spMkLst>
        </pc:spChg>
      </pc:sldChg>
      <pc:sldChg chg="addSp modSp new mod">
        <pc:chgData name="Wiki Cholewa" userId="a7e065584b631d05" providerId="LiveId" clId="{A3A5D222-16D6-4BC5-BB39-3C3F00F12DF5}" dt="2024-06-18T13:14:09.262" v="6638" actId="1076"/>
        <pc:sldMkLst>
          <pc:docMk/>
          <pc:sldMk cId="4014662589" sldId="282"/>
        </pc:sldMkLst>
        <pc:spChg chg="mod">
          <ac:chgData name="Wiki Cholewa" userId="a7e065584b631d05" providerId="LiveId" clId="{A3A5D222-16D6-4BC5-BB39-3C3F00F12DF5}" dt="2024-06-18T13:13:52.542" v="6635" actId="5793"/>
          <ac:spMkLst>
            <pc:docMk/>
            <pc:sldMk cId="4014662589" sldId="282"/>
            <ac:spMk id="2" creationId="{D513BFE7-78A9-0E7D-718D-854B225F5298}"/>
          </ac:spMkLst>
        </pc:spChg>
        <pc:spChg chg="mod">
          <ac:chgData name="Wiki Cholewa" userId="a7e065584b631d05" providerId="LiveId" clId="{A3A5D222-16D6-4BC5-BB39-3C3F00F12DF5}" dt="2024-06-18T13:12:53.723" v="6398" actId="20577"/>
          <ac:spMkLst>
            <pc:docMk/>
            <pc:sldMk cId="4014662589" sldId="282"/>
            <ac:spMk id="3" creationId="{3F1113C5-D805-2B5D-31E4-0EEAEA735F26}"/>
          </ac:spMkLst>
        </pc:spChg>
        <pc:picChg chg="add mod">
          <ac:chgData name="Wiki Cholewa" userId="a7e065584b631d05" providerId="LiveId" clId="{A3A5D222-16D6-4BC5-BB39-3C3F00F12DF5}" dt="2024-06-18T13:14:09.262" v="6638" actId="1076"/>
          <ac:picMkLst>
            <pc:docMk/>
            <pc:sldMk cId="4014662589" sldId="282"/>
            <ac:picMk id="9" creationId="{8AE994B3-F226-FB74-242F-B9EB1D64D8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9E342-F6A9-4F29-9B27-B9C233E73F2C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6CFAF-25DC-4335-BB6F-0DF8AAA92C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5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09E3C423-5E7A-4DDD-B38B-F27554E0DE8A}" type="datetime1">
              <a:rPr lang="de-DE" smtClean="0"/>
              <a:t>16.07.2026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452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436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56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224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4"/>
            <a:ext cx="11064000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07125-F287-674A-B4D8-FED3251FDE20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367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0"/>
            <a:ext cx="11064000" cy="1064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2978941"/>
            <a:ext cx="11063816" cy="3528000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6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D81EC-8C31-054F-B717-4ACEB33BE349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591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>
          <a:xfrm>
            <a:off x="393699" y="6627813"/>
            <a:ext cx="239185" cy="2079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0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3604" y="1767840"/>
            <a:ext cx="11055617" cy="4741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 dirty="0"/>
          </a:p>
        </p:txBody>
      </p:sp>
      <p:sp>
        <p:nvSpPr>
          <p:cNvPr id="14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4BB87-D65B-B741-90D0-3BFE1FF2D190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98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4"/>
            <a:ext cx="5402103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9947-ECEE-CD4E-8E00-25DB9EFCD1C0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7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851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01253" cy="473975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F636-10E3-C843-BAEB-4F17E52BCE01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0628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0"/>
            <a:ext cx="5402103" cy="16099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3541926"/>
            <a:ext cx="5401253" cy="296948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6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EDBF-F42E-4A47-ACDB-0E72DDFC05E8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015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B21705E7-C58B-41C1-85E5-D48DB982E5E7}" type="datetime1">
              <a:rPr lang="de-DE" smtClean="0"/>
              <a:t>16.07.2026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7122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5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5798B34-4A25-40A0-900B-1450FBA63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8" b="7798"/>
          <a:stretch/>
        </p:blipFill>
        <p:spPr>
          <a:xfrm>
            <a:off x="4175" y="0"/>
            <a:ext cx="12187825" cy="6858000"/>
          </a:xfrm>
          <a:prstGeom prst="rect">
            <a:avLst/>
          </a:prstGeom>
        </p:spPr>
      </p:pic>
      <p:pic>
        <p:nvPicPr>
          <p:cNvPr id="6" name="Grafik 13">
            <a:extLst>
              <a:ext uri="{FF2B5EF4-FFF2-40B4-BE49-F238E27FC236}">
                <a16:creationId xmlns:a16="http://schemas.microsoft.com/office/drawing/2014/main" id="{DDBD8EDB-F6BF-46C2-A48B-112205C0E3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95" y="0"/>
            <a:ext cx="7034705" cy="6858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6DA9497-EC4F-483C-BC2B-4763B264BE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6716" y="720001"/>
            <a:ext cx="2770887" cy="142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1" kern="1200" baseline="0">
          <a:solidFill>
            <a:srgbClr val="00599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31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7222">
          <p15:clr>
            <a:srgbClr val="F26B43"/>
          </p15:clr>
        </p15:guide>
        <p15:guide id="6" pos="23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8"/>
          <p:cNvSpPr txBox="1">
            <a:spLocks/>
          </p:cNvSpPr>
          <p:nvPr/>
        </p:nvSpPr>
        <p:spPr>
          <a:xfrm>
            <a:off x="504825" y="6583363"/>
            <a:ext cx="1096963" cy="207962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457200" rtl="0" eaLnBrk="1" latinLnBrk="0" hangingPunct="1">
              <a:defRPr sz="800" kern="120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/>
          </a:p>
        </p:txBody>
      </p:sp>
      <p:sp>
        <p:nvSpPr>
          <p:cNvPr id="2052" name="Titelplatzhalter 16"/>
          <p:cNvSpPr>
            <a:spLocks noGrp="1"/>
          </p:cNvSpPr>
          <p:nvPr>
            <p:ph type="title"/>
          </p:nvPr>
        </p:nvSpPr>
        <p:spPr bwMode="auto">
          <a:xfrm>
            <a:off x="393700" y="406400"/>
            <a:ext cx="97536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3" name="Textplatzhalter 17"/>
          <p:cNvSpPr>
            <a:spLocks noGrp="1"/>
          </p:cNvSpPr>
          <p:nvPr>
            <p:ph type="body" idx="1"/>
          </p:nvPr>
        </p:nvSpPr>
        <p:spPr bwMode="auto">
          <a:xfrm>
            <a:off x="633413" y="1766888"/>
            <a:ext cx="11064875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4"/>
          </p:nvPr>
        </p:nvSpPr>
        <p:spPr>
          <a:xfrm>
            <a:off x="393700" y="6627813"/>
            <a:ext cx="255588" cy="20796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800" baseline="0" smtClean="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F4603CEF-B396-964A-9571-AA9A38748142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056" name="Textfeld 13"/>
          <p:cNvSpPr txBox="1">
            <a:spLocks noChangeArrowheads="1"/>
          </p:cNvSpPr>
          <p:nvPr userDrawn="1"/>
        </p:nvSpPr>
        <p:spPr bwMode="auto">
          <a:xfrm>
            <a:off x="633413" y="6627813"/>
            <a:ext cx="822483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sz="800" dirty="0"/>
              <a:t> Technische Hochschule Ingolstadt</a:t>
            </a:r>
          </a:p>
        </p:txBody>
      </p:sp>
      <p:pic>
        <p:nvPicPr>
          <p:cNvPr id="9" name="Bild 6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74C4E33B-49A6-4300-83A6-C76B1520ABA7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" y="1584325"/>
            <a:ext cx="288925" cy="4997450"/>
          </a:xfrm>
          <a:custGeom>
            <a:avLst/>
            <a:gdLst>
              <a:gd name="connsiteX0" fmla="*/ 0 w 288925"/>
              <a:gd name="connsiteY0" fmla="*/ 0 h 4997450"/>
              <a:gd name="connsiteX1" fmla="*/ 72124 w 288925"/>
              <a:gd name="connsiteY1" fmla="*/ 0 h 4997450"/>
              <a:gd name="connsiteX2" fmla="*/ 288925 w 288925"/>
              <a:gd name="connsiteY2" fmla="*/ 216575 h 4997450"/>
              <a:gd name="connsiteX3" fmla="*/ 288925 w 288925"/>
              <a:gd name="connsiteY3" fmla="*/ 4961195 h 4997450"/>
              <a:gd name="connsiteX4" fmla="*/ 252632 w 288925"/>
              <a:gd name="connsiteY4" fmla="*/ 4997450 h 4997450"/>
              <a:gd name="connsiteX5" fmla="*/ 0 w 288925"/>
              <a:gd name="connsiteY5" fmla="*/ 4997450 h 4997450"/>
              <a:gd name="connsiteX6" fmla="*/ 0 w 28892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925" h="4997450">
                <a:moveTo>
                  <a:pt x="0" y="0"/>
                </a:moveTo>
                <a:lnTo>
                  <a:pt x="72124" y="0"/>
                </a:lnTo>
                <a:cubicBezTo>
                  <a:pt x="288925" y="0"/>
                  <a:pt x="288925" y="216575"/>
                  <a:pt x="288925" y="216575"/>
                </a:cubicBezTo>
                <a:lnTo>
                  <a:pt x="288925" y="4961195"/>
                </a:lnTo>
                <a:cubicBezTo>
                  <a:pt x="288925" y="4997450"/>
                  <a:pt x="252632" y="4997450"/>
                  <a:pt x="252632" y="4997450"/>
                </a:cubicBezTo>
                <a:lnTo>
                  <a:pt x="0" y="4997450"/>
                </a:lnTo>
                <a:lnTo>
                  <a:pt x="0" y="0"/>
                </a:lnTo>
                <a:close/>
              </a:path>
            </a:pathLst>
          </a:custGeom>
          <a:solidFill>
            <a:srgbClr val="D7D7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0B9A292F-0451-4569-B1A0-1D585F680152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438150" cy="6858000"/>
          </a:xfrm>
          <a:custGeom>
            <a:avLst/>
            <a:gdLst>
              <a:gd name="connsiteX0" fmla="*/ 0 w 438150"/>
              <a:gd name="connsiteY0" fmla="*/ 0 h 6858000"/>
              <a:gd name="connsiteX1" fmla="*/ 438150 w 438150"/>
              <a:gd name="connsiteY1" fmla="*/ 0 h 6858000"/>
              <a:gd name="connsiteX2" fmla="*/ 438150 w 438150"/>
              <a:gd name="connsiteY2" fmla="*/ 6858000 h 6858000"/>
              <a:gd name="connsiteX3" fmla="*/ 0 w 438150"/>
              <a:gd name="connsiteY3" fmla="*/ 6858000 h 6858000"/>
              <a:gd name="connsiteX4" fmla="*/ 0 w 438150"/>
              <a:gd name="connsiteY4" fmla="*/ 6581775 h 6858000"/>
              <a:gd name="connsiteX5" fmla="*/ 252632 w 438150"/>
              <a:gd name="connsiteY5" fmla="*/ 6581775 h 6858000"/>
              <a:gd name="connsiteX6" fmla="*/ 288925 w 438150"/>
              <a:gd name="connsiteY6" fmla="*/ 6545520 h 6858000"/>
              <a:gd name="connsiteX7" fmla="*/ 288925 w 438150"/>
              <a:gd name="connsiteY7" fmla="*/ 1800900 h 6858000"/>
              <a:gd name="connsiteX8" fmla="*/ 72124 w 438150"/>
              <a:gd name="connsiteY8" fmla="*/ 1584325 h 6858000"/>
              <a:gd name="connsiteX9" fmla="*/ 0 w 438150"/>
              <a:gd name="connsiteY9" fmla="*/ 1584325 h 6858000"/>
              <a:gd name="connsiteX10" fmla="*/ 0 w 43815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8150" h="6858000">
                <a:moveTo>
                  <a:pt x="0" y="0"/>
                </a:moveTo>
                <a:lnTo>
                  <a:pt x="438150" y="0"/>
                </a:lnTo>
                <a:lnTo>
                  <a:pt x="438150" y="6858000"/>
                </a:lnTo>
                <a:lnTo>
                  <a:pt x="0" y="6858000"/>
                </a:lnTo>
                <a:lnTo>
                  <a:pt x="0" y="6581775"/>
                </a:lnTo>
                <a:lnTo>
                  <a:pt x="252632" y="6581775"/>
                </a:lnTo>
                <a:cubicBezTo>
                  <a:pt x="252632" y="6581775"/>
                  <a:pt x="288925" y="6581775"/>
                  <a:pt x="288925" y="6545520"/>
                </a:cubicBezTo>
                <a:lnTo>
                  <a:pt x="288925" y="1800900"/>
                </a:lnTo>
                <a:cubicBezTo>
                  <a:pt x="288925" y="1800900"/>
                  <a:pt x="288925" y="1584325"/>
                  <a:pt x="72124" y="1584325"/>
                </a:cubicBezTo>
                <a:lnTo>
                  <a:pt x="0" y="15843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152EDF18-C2BE-4416-B697-E7527905AE10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-1717675" y="1584325"/>
            <a:ext cx="1717675" cy="4997450"/>
          </a:xfrm>
          <a:custGeom>
            <a:avLst/>
            <a:gdLst>
              <a:gd name="connsiteX0" fmla="*/ 36293 w 1717675"/>
              <a:gd name="connsiteY0" fmla="*/ 0 h 4997450"/>
              <a:gd name="connsiteX1" fmla="*/ 1717675 w 1717675"/>
              <a:gd name="connsiteY1" fmla="*/ 0 h 4997450"/>
              <a:gd name="connsiteX2" fmla="*/ 1717675 w 1717675"/>
              <a:gd name="connsiteY2" fmla="*/ 4997450 h 4997450"/>
              <a:gd name="connsiteX3" fmla="*/ 216801 w 1717675"/>
              <a:gd name="connsiteY3" fmla="*/ 4997450 h 4997450"/>
              <a:gd name="connsiteX4" fmla="*/ 0 w 1717675"/>
              <a:gd name="connsiteY4" fmla="*/ 4781829 h 4997450"/>
              <a:gd name="connsiteX5" fmla="*/ 0 w 1717675"/>
              <a:gd name="connsiteY5" fmla="*/ 36255 h 4997450"/>
              <a:gd name="connsiteX6" fmla="*/ 36293 w 171767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7675" h="4997450">
                <a:moveTo>
                  <a:pt x="36293" y="0"/>
                </a:moveTo>
                <a:lnTo>
                  <a:pt x="1717675" y="0"/>
                </a:lnTo>
                <a:lnTo>
                  <a:pt x="1717675" y="4997450"/>
                </a:lnTo>
                <a:lnTo>
                  <a:pt x="216801" y="4997450"/>
                </a:lnTo>
                <a:cubicBezTo>
                  <a:pt x="0" y="4997450"/>
                  <a:pt x="0" y="4781829"/>
                  <a:pt x="0" y="4781829"/>
                </a:cubicBezTo>
                <a:lnTo>
                  <a:pt x="0" y="36255"/>
                </a:lnTo>
                <a:cubicBezTo>
                  <a:pt x="0" y="0"/>
                  <a:pt x="36293" y="0"/>
                  <a:pt x="36293" y="0"/>
                </a:cubicBez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72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86" r:id="rId10"/>
  </p:sldLayoutIdLst>
  <p:hf sldNum="0" hdr="0" ftr="0"/>
  <p:txStyles>
    <p:titleStyle>
      <a:lvl1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58775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19138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79500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439863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 4">
            <a:extLst>
              <a:ext uri="{FF2B5EF4-FFF2-40B4-BE49-F238E27FC236}">
                <a16:creationId xmlns:a16="http://schemas.microsoft.com/office/drawing/2014/main" id="{A2A73B90-07A7-8E8B-CEBC-BEB95963B901}"/>
              </a:ext>
            </a:extLst>
          </p:cNvPr>
          <p:cNvSpPr/>
          <p:nvPr/>
        </p:nvSpPr>
        <p:spPr>
          <a:xfrm>
            <a:off x="6169511" y="0"/>
            <a:ext cx="7828155" cy="6858000"/>
          </a:xfrm>
          <a:prstGeom prst="parallelogram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6657459" y="3640433"/>
            <a:ext cx="5368925" cy="1002918"/>
          </a:xfrm>
        </p:spPr>
        <p:txBody>
          <a:bodyPr>
            <a:normAutofit/>
          </a:bodyPr>
          <a:lstStyle/>
          <a:p>
            <a:r>
              <a:rPr lang="de-DE" dirty="0" err="1"/>
              <a:t>ClusterIt</a:t>
            </a:r>
            <a:r>
              <a:rPr lang="de-DE" dirty="0"/>
              <a:t>!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0ED03-C43A-4599-9C3E-0C076A417A3C}" type="datetime1">
              <a:rPr lang="de-DE" smtClean="0"/>
              <a:t>16.07.2026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Unsere Namen</a:t>
            </a:r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77C8A103-0E57-DFC5-7677-C86D76011D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ADEA5FB-754A-B192-FBDF-33A5EEB5C5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/>
          <a:lstStyle/>
          <a:p>
            <a:r>
              <a:rPr lang="de-DE" dirty="0"/>
              <a:t>Ziel: Daten robustheit schaffen, Meta Zeilen schützen, User entscheiden lassen</a:t>
            </a:r>
          </a:p>
          <a:p>
            <a:endParaRPr lang="de-DE" dirty="0"/>
          </a:p>
          <a:p>
            <a:r>
              <a:rPr lang="de-DE" dirty="0"/>
              <a:t>Datensatz kann bestehen aus: Fehlende Werte, Strings, Na, Nan</a:t>
            </a:r>
          </a:p>
          <a:p>
            <a:endParaRPr lang="de-DE" dirty="0"/>
          </a:p>
          <a:p>
            <a:pPr indent="0">
              <a:buNone/>
            </a:pPr>
            <a:r>
              <a:rPr lang="de-DE" dirty="0"/>
              <a:t>     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b="0" dirty="0">
                <a:sym typeface="Wingdings" panose="05000000000000000000" pitchFamily="2" charset="2"/>
              </a:rPr>
              <a:t>Na-Strings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b="0" dirty="0">
                <a:sym typeface="Wingdings" panose="05000000000000000000" pitchFamily="2" charset="2"/>
              </a:rPr>
              <a:t>werden  gesammelt</a:t>
            </a:r>
          </a:p>
          <a:p>
            <a:pPr indent="0">
              <a:buNone/>
            </a:pPr>
            <a:endParaRPr lang="de-DE" b="0" dirty="0">
              <a:sym typeface="Wingdings" panose="05000000000000000000" pitchFamily="2" charset="2"/>
            </a:endParaRPr>
          </a:p>
          <a:p>
            <a:pPr indent="0">
              <a:buNone/>
            </a:pPr>
            <a:r>
              <a:rPr lang="de-DE" b="0" dirty="0">
                <a:sym typeface="Wingdings" panose="05000000000000000000" pitchFamily="2" charset="2"/>
              </a:rPr>
              <a:t>       Datensatz und ohne erste Spalte und ohne Meta Zeilen wird erstellen</a:t>
            </a:r>
          </a:p>
          <a:p>
            <a:pPr indent="0">
              <a:buNone/>
            </a:pPr>
            <a:endParaRPr lang="de-DE" b="0" dirty="0">
              <a:sym typeface="Wingdings" panose="05000000000000000000" pitchFamily="2" charset="2"/>
            </a:endParaRPr>
          </a:p>
          <a:p>
            <a:pPr indent="0">
              <a:buNone/>
            </a:pPr>
            <a:r>
              <a:rPr lang="de-DE" b="0" dirty="0">
                <a:sym typeface="Wingdings" panose="05000000000000000000" pitchFamily="2" charset="2"/>
              </a:rPr>
              <a:t>     100% Na Zeilen werden bestimmt und hier rausgefilltert</a:t>
            </a:r>
          </a:p>
          <a:p>
            <a:pPr indent="0">
              <a:buNone/>
            </a:pPr>
            <a:endParaRPr lang="de-DE" b="0" dirty="0">
              <a:sym typeface="Wingdings" panose="05000000000000000000" pitchFamily="2" charset="2"/>
            </a:endParaRPr>
          </a:p>
          <a:p>
            <a:pPr indent="0">
              <a:buNone/>
            </a:pPr>
            <a:endParaRPr lang="de-DE" b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1CF2CBD-C9A1-FB54-C44F-01C16708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Serverlogik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FBBF561E-C32D-B6B3-CBA4-69B7D497F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Verarbeitung des Datensatzes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B7C057-7352-6F75-6841-4946B4E1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84" y="2955732"/>
            <a:ext cx="7301015" cy="3087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741D5E-1DFD-0D8B-70C2-864D3E520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25" y="3791810"/>
            <a:ext cx="7079047" cy="3317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234BD2-8BE5-34FB-49B3-A57034BAE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54" y="4645396"/>
            <a:ext cx="4451105" cy="2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78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9237-F9A9-FEDC-1ABF-0F5835098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659FA5F-AE65-61D3-298C-A3E4CD8205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/>
          <a:lstStyle/>
          <a:p>
            <a:r>
              <a:rPr lang="de-DE" dirty="0"/>
              <a:t>Datensatz ohne 100% Na Zeilen</a:t>
            </a:r>
          </a:p>
          <a:p>
            <a:endParaRPr lang="de-DE" dirty="0"/>
          </a:p>
          <a:p>
            <a:r>
              <a:rPr lang="de-DE" dirty="0"/>
              <a:t>Zeilen und Spalten mit mehr als 50% Na-Werten werden bestimmt</a:t>
            </a:r>
          </a:p>
          <a:p>
            <a:pPr indent="0">
              <a:buNone/>
            </a:pPr>
            <a:r>
              <a:rPr lang="de-DE" dirty="0"/>
              <a:t>                                             User Entscheidung</a:t>
            </a:r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E79CF7-B7A9-E19A-D50A-30AB807D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Serverlogik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B0ECF337-19CD-4DD8-951B-DDC8EE24B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Verarbeitung des Datensatzes</a:t>
            </a:r>
          </a:p>
          <a:p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0C0528-47C8-4769-9DA4-DFB508F6C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78" y="2234528"/>
            <a:ext cx="4790306" cy="2035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19CDE9-25E3-148E-359B-EDD5395ED34A}"/>
              </a:ext>
            </a:extLst>
          </p:cNvPr>
          <p:cNvSpPr/>
          <p:nvPr/>
        </p:nvSpPr>
        <p:spPr>
          <a:xfrm>
            <a:off x="1901467" y="3561225"/>
            <a:ext cx="2186082" cy="55711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Replace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A1EFD5-B02A-3AE6-5E08-7100A7723FFD}"/>
              </a:ext>
            </a:extLst>
          </p:cNvPr>
          <p:cNvSpPr/>
          <p:nvPr/>
        </p:nvSpPr>
        <p:spPr>
          <a:xfrm>
            <a:off x="5169489" y="3561225"/>
            <a:ext cx="2186082" cy="55711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Drop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4C6740-C530-B1FC-627A-6F30B8056E13}"/>
              </a:ext>
            </a:extLst>
          </p:cNvPr>
          <p:cNvSpPr/>
          <p:nvPr/>
        </p:nvSpPr>
        <p:spPr>
          <a:xfrm>
            <a:off x="3322522" y="5623376"/>
            <a:ext cx="2773478" cy="5571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Datensatz wird freigegeben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CB71212A-2023-5E15-2D95-37036691B848}"/>
              </a:ext>
            </a:extLst>
          </p:cNvPr>
          <p:cNvCxnSpPr>
            <a:cxnSpLocks/>
            <a:stCxn id="9" idx="2"/>
            <a:endCxn id="13" idx="1"/>
          </p:cNvCxnSpPr>
          <p:nvPr/>
        </p:nvCxnSpPr>
        <p:spPr>
          <a:xfrm rot="16200000" flipH="1">
            <a:off x="2266719" y="4846132"/>
            <a:ext cx="1783592" cy="3280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E33FD0F-EC14-6B2E-107F-4EA13F3F702B}"/>
              </a:ext>
            </a:extLst>
          </p:cNvPr>
          <p:cNvCxnSpPr>
            <a:cxnSpLocks/>
            <a:stCxn id="12" idx="2"/>
            <a:endCxn id="13" idx="3"/>
          </p:cNvCxnSpPr>
          <p:nvPr/>
        </p:nvCxnSpPr>
        <p:spPr>
          <a:xfrm rot="5400000">
            <a:off x="5287469" y="4926874"/>
            <a:ext cx="1783592" cy="1665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960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B9C6D-93EE-3F04-E54E-8514826A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C1F648D-DB2B-5B0E-8660-1C19C16FEB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>
            <a:normAutofit lnSpcReduction="10000"/>
          </a:bodyPr>
          <a:lstStyle/>
          <a:p>
            <a:r>
              <a:rPr lang="de-DE" b="0" dirty="0"/>
              <a:t>Ziel: Quality of Life Funktionalität / User erspart sich Zeit und kann Ergebnisse reproduzieren </a:t>
            </a:r>
          </a:p>
          <a:p>
            <a:r>
              <a:rPr lang="de-DE" b="0" dirty="0"/>
              <a:t>Informationen werden gespeichert: Pathways, Normalisierung, Distanzmaß, Farbpalette</a:t>
            </a:r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r>
              <a:rPr lang="de-DE" b="0" dirty="0"/>
              <a:t>Wird in einer .json Datei lokal gespeichert </a:t>
            </a:r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r>
              <a:rPr lang="de-DE" b="0" dirty="0"/>
              <a:t>Alle Parameter werden intern geladen und alle Buttons werden akutallisiert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43C5BE4-C238-36FF-844D-3BC482B6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Serverlogik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34B5550C-5DA2-EBE2-2BA7-889FEABB2C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Preset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B5C2EC-8227-C415-1E6A-4AA919778262}"/>
              </a:ext>
            </a:extLst>
          </p:cNvPr>
          <p:cNvSpPr/>
          <p:nvPr/>
        </p:nvSpPr>
        <p:spPr>
          <a:xfrm>
            <a:off x="4559962" y="2720907"/>
            <a:ext cx="1506583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Preset speichern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4BDE7D-AD04-5709-F079-7B3CCBAEB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59" y="3588454"/>
            <a:ext cx="8827624" cy="34205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6E4B99C-C0A5-B9BC-C8D0-7D1EA32203D8}"/>
              </a:ext>
            </a:extLst>
          </p:cNvPr>
          <p:cNvSpPr/>
          <p:nvPr/>
        </p:nvSpPr>
        <p:spPr>
          <a:xfrm>
            <a:off x="4517108" y="4457875"/>
            <a:ext cx="1506583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Preset</a:t>
            </a:r>
          </a:p>
          <a:p>
            <a:pPr algn="ctr"/>
            <a:r>
              <a:rPr lang="de-DE" dirty="0"/>
              <a:t>laden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BC526C3-DAC1-C88E-403A-D9DECD05C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399" y="5243512"/>
            <a:ext cx="4976774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02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EDAE5-C56C-3893-A573-8E1810559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40CFCCD-29CB-4916-8F4C-E5330A19F0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>
            <a:normAutofit/>
          </a:bodyPr>
          <a:lstStyle/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pPr indent="0">
              <a:buNone/>
            </a:pPr>
            <a:r>
              <a:rPr lang="de-DE" b="0" dirty="0"/>
              <a:t>    Distanzmatrix wird wiederverwendet                                        Distanzmatrix muss neu berechnet werden</a:t>
            </a:r>
          </a:p>
          <a:p>
            <a:endParaRPr lang="de-DE" b="0" dirty="0"/>
          </a:p>
          <a:p>
            <a:pPr indent="0">
              <a:buNone/>
            </a:pPr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pPr indent="0">
              <a:buNone/>
            </a:pPr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F9F225F-633B-A0FA-D7C1-038F40ACB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Serverlogik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1CCC7BCB-1BDE-FFAD-0216-A44D92890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Cache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5BE579-EB2A-708D-AD26-12549EE7B44C}"/>
              </a:ext>
            </a:extLst>
          </p:cNvPr>
          <p:cNvSpPr/>
          <p:nvPr/>
        </p:nvSpPr>
        <p:spPr>
          <a:xfrm>
            <a:off x="632884" y="1430680"/>
            <a:ext cx="11063816" cy="5365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Analyse wird gestartet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B99B6E-21D2-2DCD-597F-16BEA9C21B74}"/>
              </a:ext>
            </a:extLst>
          </p:cNvPr>
          <p:cNvSpPr/>
          <p:nvPr/>
        </p:nvSpPr>
        <p:spPr>
          <a:xfrm>
            <a:off x="4093029" y="2589029"/>
            <a:ext cx="4136572" cy="461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Cache Key wird erstellt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4B74D9-4301-4101-18A4-2E020976C8B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6161315" y="1967209"/>
            <a:ext cx="3477" cy="621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038CBD3-6F2F-3754-EA55-A6CFEECC17D9}"/>
              </a:ext>
            </a:extLst>
          </p:cNvPr>
          <p:cNvSpPr/>
          <p:nvPr/>
        </p:nvSpPr>
        <p:spPr>
          <a:xfrm>
            <a:off x="632884" y="3539153"/>
            <a:ext cx="11063816" cy="5365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Analyse wird gestartet Nr.2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71067B-B2C2-82F0-0832-CFF3C8EEE3E1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6161315" y="3050583"/>
            <a:ext cx="3477" cy="488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B726CEF-24E5-B80E-6BB4-12652ACECB0E}"/>
              </a:ext>
            </a:extLst>
          </p:cNvPr>
          <p:cNvSpPr/>
          <p:nvPr/>
        </p:nvSpPr>
        <p:spPr>
          <a:xfrm>
            <a:off x="1384663" y="5111097"/>
            <a:ext cx="2621280" cy="5365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Cache Hit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2D6F929-91CA-9243-6C87-50E2533AE958}"/>
              </a:ext>
            </a:extLst>
          </p:cNvPr>
          <p:cNvCxnSpPr>
            <a:stCxn id="13" idx="2"/>
            <a:endCxn id="19" idx="0"/>
          </p:cNvCxnSpPr>
          <p:nvPr/>
        </p:nvCxnSpPr>
        <p:spPr>
          <a:xfrm rot="5400000">
            <a:off x="3912341" y="2858645"/>
            <a:ext cx="1035415" cy="34694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D000DFC-28FB-0136-B6DC-5F8403973387}"/>
              </a:ext>
            </a:extLst>
          </p:cNvPr>
          <p:cNvSpPr/>
          <p:nvPr/>
        </p:nvSpPr>
        <p:spPr>
          <a:xfrm>
            <a:off x="8009498" y="5128514"/>
            <a:ext cx="2621280" cy="5365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Cache Miss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B49413C-D2C1-6CBA-792B-5D6E1008C93D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 rot="16200000" flipH="1">
            <a:off x="7216049" y="3024425"/>
            <a:ext cx="1052832" cy="31553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C4BA46ED-28AA-2D5F-76A2-2E52F2933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84" y="2278119"/>
            <a:ext cx="336610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4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61C1F-8F63-F80A-8EE8-38EFE757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F3FF0BB-7885-4211-DDE3-42401AA245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>
            <a:normAutofit/>
          </a:bodyPr>
          <a:lstStyle/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pPr indent="0">
              <a:buNone/>
            </a:pPr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endParaRPr lang="de-DE" b="0" dirty="0"/>
          </a:p>
          <a:p>
            <a:pPr indent="0">
              <a:buNone/>
            </a:pPr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8804DE2-4169-557A-943C-4BFD6CDC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Serverlogik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092BBDDB-AD62-F33D-D839-9DB7AB49C1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Pdf-Export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C99527-9295-D8FF-E9D0-3DF4718E8E7A}"/>
              </a:ext>
            </a:extLst>
          </p:cNvPr>
          <p:cNvSpPr/>
          <p:nvPr/>
        </p:nvSpPr>
        <p:spPr>
          <a:xfrm>
            <a:off x="564092" y="1491640"/>
            <a:ext cx="11063816" cy="5365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Analyse erfolgreich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BB0D3-C2FB-AACE-ED8E-AAC5FF1A1643}"/>
              </a:ext>
            </a:extLst>
          </p:cNvPr>
          <p:cNvSpPr/>
          <p:nvPr/>
        </p:nvSpPr>
        <p:spPr>
          <a:xfrm>
            <a:off x="3056708" y="2593359"/>
            <a:ext cx="6078583" cy="60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Heatmap und Dendrogramm werden als Pdf gespeichert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A9CB13-2085-64A1-78C2-152F8EE15EDA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6096000" y="2028169"/>
            <a:ext cx="0" cy="56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4A06E85-FA4E-A37C-8879-5388942A43DC}"/>
              </a:ext>
            </a:extLst>
          </p:cNvPr>
          <p:cNvSpPr/>
          <p:nvPr/>
        </p:nvSpPr>
        <p:spPr>
          <a:xfrm>
            <a:off x="3931919" y="3387135"/>
            <a:ext cx="4328160" cy="5365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Pdf Downloadbutton wird freigegeben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018843-5596-62B6-CFED-A180566123AD}"/>
              </a:ext>
            </a:extLst>
          </p:cNvPr>
          <p:cNvCxnSpPr>
            <a:stCxn id="9" idx="2"/>
            <a:endCxn id="14" idx="0"/>
          </p:cNvCxnSpPr>
          <p:nvPr/>
        </p:nvCxnSpPr>
        <p:spPr>
          <a:xfrm flipH="1">
            <a:off x="6095999" y="3202959"/>
            <a:ext cx="1" cy="184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B665C-4776-EFB0-075A-77FE6767AB2A}"/>
              </a:ext>
            </a:extLst>
          </p:cNvPr>
          <p:cNvSpPr/>
          <p:nvPr/>
        </p:nvSpPr>
        <p:spPr>
          <a:xfrm>
            <a:off x="2324204" y="4150706"/>
            <a:ext cx="7543589" cy="5365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Analysekonfiguration wird gespeichert/ Übersichtseite wird erstellt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26038FE-9001-99AC-EA39-DBA79E61C488}"/>
              </a:ext>
            </a:extLst>
          </p:cNvPr>
          <p:cNvCxnSpPr>
            <a:stCxn id="14" idx="2"/>
            <a:endCxn id="24" idx="0"/>
          </p:cNvCxnSpPr>
          <p:nvPr/>
        </p:nvCxnSpPr>
        <p:spPr>
          <a:xfrm>
            <a:off x="6095999" y="3923664"/>
            <a:ext cx="0" cy="227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9D38C78-4F7D-1B4C-F793-5FA3AF1A8262}"/>
              </a:ext>
            </a:extLst>
          </p:cNvPr>
          <p:cNvSpPr/>
          <p:nvPr/>
        </p:nvSpPr>
        <p:spPr>
          <a:xfrm>
            <a:off x="2324204" y="4914277"/>
            <a:ext cx="7543589" cy="5365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Die drei Pdfs werden aneinandergeängt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471E682-CB8E-858F-5934-650F3D890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072" y="5677848"/>
            <a:ext cx="17430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158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8A1B42C8-6EEC-445B-A900-F154598C64A4}"/>
    </a:ext>
  </a:extLst>
</a:theme>
</file>

<file path=ppt/theme/theme2.xml><?xml version="1.0" encoding="utf-8"?>
<a:theme xmlns:a="http://schemas.openxmlformats.org/drawingml/2006/main" name="1_Bildschirm">
  <a:themeElements>
    <a:clrScheme name="THI Farbschema">
      <a:dk1>
        <a:srgbClr val="005A9B"/>
      </a:dk1>
      <a:lt1>
        <a:sysClr val="window" lastClr="FFFFFF"/>
      </a:lt1>
      <a:dk2>
        <a:srgbClr val="000000"/>
      </a:dk2>
      <a:lt2>
        <a:srgbClr val="FFFFFF"/>
      </a:lt2>
      <a:accent1>
        <a:srgbClr val="005A9B"/>
      </a:accent1>
      <a:accent2>
        <a:srgbClr val="007382"/>
      </a:accent2>
      <a:accent3>
        <a:srgbClr val="009BCD"/>
      </a:accent3>
      <a:accent4>
        <a:srgbClr val="96BE00"/>
      </a:accent4>
      <a:accent5>
        <a:srgbClr val="009664"/>
      </a:accent5>
      <a:accent6>
        <a:srgbClr val="E6320F"/>
      </a:accent6>
      <a:hlink>
        <a:srgbClr val="005A9B"/>
      </a:hlink>
      <a:folHlink>
        <a:srgbClr val="009BCD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64CF7779-663E-47E0-BCB9-5091361682A2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8AB19A0A86D2148BE9E8CA48E53677F" ma:contentTypeVersion="2" ma:contentTypeDescription="Ein neues Dokument erstellen." ma:contentTypeScope="" ma:versionID="1e80b2ca2b93bd808485b2d451bc603f">
  <xsd:schema xmlns:xsd="http://www.w3.org/2001/XMLSchema" xmlns:xs="http://www.w3.org/2001/XMLSchema" xmlns:p="http://schemas.microsoft.com/office/2006/metadata/properties" xmlns:ns2="bfb11438-62cb-48e0-8e08-adb7b8077717" xmlns:ns3="3ea1445a-e6f2-4b21-90f1-4e4a5aca6572" xmlns:ns4="bb6f2568-2a10-4a56-89e3-032448edb678" targetNamespace="http://schemas.microsoft.com/office/2006/metadata/properties" ma:root="true" ma:fieldsID="6bdf8fd81a7b586dd79b811828187a67" ns2:_="" ns3:_="" ns4:_="">
    <xsd:import namespace="bfb11438-62cb-48e0-8e08-adb7b8077717"/>
    <xsd:import namespace="3ea1445a-e6f2-4b21-90f1-4e4a5aca6572"/>
    <xsd:import namespace="bb6f2568-2a10-4a56-89e3-032448edb67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Kategorie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11438-62cb-48e0-8e08-adb7b8077717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a1445a-e6f2-4b21-90f1-4e4a5aca6572" elementFormDefault="qualified">
    <xsd:import namespace="http://schemas.microsoft.com/office/2006/documentManagement/types"/>
    <xsd:import namespace="http://schemas.microsoft.com/office/infopath/2007/PartnerControls"/>
    <xsd:element name="Kategorie" ma:index="11" ma:displayName="Kategorie" ma:default="NEU" ma:format="Dropdown" ma:internalName="Kategorie">
      <xsd:simpleType>
        <xsd:restriction base="dms:Choice">
          <xsd:enumeration value="NEU"/>
          <xsd:enumeration value="Fakultätsfarben"/>
          <xsd:enumeration value="Vorlagen Briefe"/>
          <xsd:enumeration value="Lageplan"/>
          <xsd:enumeration value="Logos"/>
          <xsd:enumeration value="Vorlagen Präsentationen 4:3"/>
          <xsd:enumeration value="Vorlagen Präsentationen 16:9"/>
          <xsd:enumeration value="Plakate"/>
          <xsd:enumeration value="Leitfäden"/>
          <xsd:enumeration value="TH Intern"/>
          <xsd:enumeration value="Hochschulpräsentationen"/>
          <xsd:enumeration value="Webhandbuch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6f2568-2a10-4a56-89e3-032448edb6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3ea1445a-e6f2-4b21-90f1-4e4a5aca6572">Vorlagen Präsentationen 16:9</Kategorie>
    <_dlc_DocId xmlns="bfb11438-62cb-48e0-8e08-adb7b8077717">4ZPPNAQV5EQV-6530471-237</_dlc_DocId>
    <_dlc_DocIdUrl xmlns="bfb11438-62cb-48e0-8e08-adb7b8077717">
      <Url>https://mythi.de/_layouts/15/DocIdRedir.aspx?ID=4ZPPNAQV5EQV-6530471-237</Url>
      <Description>4ZPPNAQV5EQV-6530471-237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111C41-FBCC-4433-B45C-C3FBA6F156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11438-62cb-48e0-8e08-adb7b8077717"/>
    <ds:schemaRef ds:uri="3ea1445a-e6f2-4b21-90f1-4e4a5aca6572"/>
    <ds:schemaRef ds:uri="bb6f2568-2a10-4a56-89e3-032448edb6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5802FD-0FE5-40B9-964E-26CF6C896D54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3ea1445a-e6f2-4b21-90f1-4e4a5aca6572"/>
    <ds:schemaRef ds:uri="http://schemas.microsoft.com/office/infopath/2007/PartnerControls"/>
    <ds:schemaRef ds:uri="bb6f2568-2a10-4a56-89e3-032448edb678"/>
    <ds:schemaRef ds:uri="bfb11438-62cb-48e0-8e08-adb7b807771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90C7402-FDBD-4B5F-A7A1-6AD2340559B8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CE7C72F-ED79-494F-A7ED-1F0FF5B91F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Random_Forests</Template>
  <TotalTime>0</TotalTime>
  <Words>198</Words>
  <Application>Microsoft Office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Wingdings</vt:lpstr>
      <vt:lpstr>2_Office</vt:lpstr>
      <vt:lpstr>1_Bildschirm</vt:lpstr>
      <vt:lpstr>PowerPoint Presentation</vt:lpstr>
      <vt:lpstr>Serverlogik</vt:lpstr>
      <vt:lpstr>Serverlogik</vt:lpstr>
      <vt:lpstr>Serverlogik</vt:lpstr>
      <vt:lpstr>Serverlogik</vt:lpstr>
      <vt:lpstr>Serverlogik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Wiki Cholewa</dc:creator>
  <cp:lastModifiedBy>Kasarinow, Andreas (Stud. I - BMI)</cp:lastModifiedBy>
  <cp:revision>41</cp:revision>
  <cp:lastPrinted>2018-04-09T18:27:12Z</cp:lastPrinted>
  <dcterms:created xsi:type="dcterms:W3CDTF">2024-05-27T14:56:43Z</dcterms:created>
  <dcterms:modified xsi:type="dcterms:W3CDTF">2026-07-16T17:38:53Z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0x01010078AB19A0A86D2148BE9E8CA48E53677F</vt:lpwstr>
  </property>
  <property fmtid="{D5CDD505-2E9C-101B-9397-08002B2CF9AE}" pid="3" name="_dlc_DocIdItemGuid">
    <vt:lpwstr>01d87115-5e35-40f8-a10e-6019eecf87d0</vt:lpwstr>
  </property>
</Properties>
</file>