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" ContentType="image/png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7" r:id="rId5"/>
    <p:sldMasterId id="2147483668" r:id="rId6"/>
  </p:sldMasterIdLst>
  <p:notesMasterIdLst>
    <p:notesMasterId r:id="rId23"/>
  </p:notesMasterIdLst>
  <p:sldIdLst>
    <p:sldId id="256" r:id="rId7"/>
    <p:sldId id="300" r:id="rId8"/>
    <p:sldId id="299" r:id="rId9"/>
    <p:sldId id="283" r:id="rId10"/>
    <p:sldId id="284" r:id="rId11"/>
    <p:sldId id="287" r:id="rId12"/>
    <p:sldId id="288" r:id="rId13"/>
    <p:sldId id="290" r:id="rId14"/>
    <p:sldId id="291" r:id="rId15"/>
    <p:sldId id="293" r:id="rId16"/>
    <p:sldId id="292" r:id="rId17"/>
    <p:sldId id="294" r:id="rId18"/>
    <p:sldId id="296" r:id="rId19"/>
    <p:sldId id="297" r:id="rId20"/>
    <p:sldId id="298" r:id="rId21"/>
    <p:sldId id="289" r:id="rId2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iktoria Cholewa" initials="WC" lastIdx="2" clrIdx="0">
    <p:extLst>
      <p:ext uri="{19B8F6BF-5375-455C-9EA6-DF929625EA0E}">
        <p15:presenceInfo xmlns:p15="http://schemas.microsoft.com/office/powerpoint/2012/main" userId="a7e065584b631d0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9C28"/>
    <a:srgbClr val="0008FF"/>
    <a:srgbClr val="FFFFFF"/>
    <a:srgbClr val="B28015"/>
    <a:srgbClr val="D7D700"/>
    <a:srgbClr val="575756"/>
    <a:srgbClr val="005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Helle Formatvorlag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24" autoAdjust="0"/>
    <p:restoredTop sz="89104" autoAdjust="0"/>
  </p:normalViewPr>
  <p:slideViewPr>
    <p:cSldViewPr snapToGrid="0" showGuides="1">
      <p:cViewPr varScale="1">
        <p:scale>
          <a:sx n="98" d="100"/>
          <a:sy n="98" d="100"/>
        </p:scale>
        <p:origin x="1362" y="9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5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2.xml"/><Relationship Id="rId11" Type="http://schemas.openxmlformats.org/officeDocument/2006/relationships/slide" Target="slides/slide5.xml"/><Relationship Id="rId24" Type="http://schemas.openxmlformats.org/officeDocument/2006/relationships/commentAuthors" Target="commentAuthor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9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4" Type="http://schemas.openxmlformats.org/officeDocument/2006/relationships/customXml" Target="../customXml/item4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39E342-F6A9-4F29-9B27-B9C233E73F2C}" type="datetimeFigureOut">
              <a:rPr lang="de-DE" smtClean="0"/>
              <a:t>16.07.2026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46CFAF-25DC-4335-BB6F-0DF8AAA92C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12551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Wichtig: log will nicht all Ausreißer verschwinden lassen</a:t>
            </a:r>
          </a:p>
          <a:p>
            <a:pPr marL="171450" indent="-171450">
              <a:buFontTx/>
              <a:buChar char="-"/>
            </a:pPr>
            <a:r>
              <a:rPr lang="de-DE" dirty="0"/>
              <a:t>Soll Dominanz von sehr hohen Expressionswert verhindern</a:t>
            </a:r>
          </a:p>
          <a:p>
            <a:pPr marL="171450" indent="-171450">
              <a:buFontTx/>
              <a:buChar char="-"/>
            </a:pPr>
            <a:r>
              <a:rPr lang="de-DE" dirty="0"/>
              <a:t>Jetzt können auch Patient mit ungewöhnlich niedrigen Werte hervorstechen -&gt; auch sehr interessant </a:t>
            </a:r>
            <a:r>
              <a:rPr lang="de-DE"/>
              <a:t>biologische Sichtweise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46CFAF-25DC-4335-BB6F-0DF8AAA92CE7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28465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>
            <a:extLst>
              <a:ext uri="{FF2B5EF4-FFF2-40B4-BE49-F238E27FC236}">
                <a16:creationId xmlns:a16="http://schemas.microsoft.com/office/drawing/2014/main" id="{955220B0-981B-4B91-8046-7C7E0856ABD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6000" y="3372107"/>
            <a:ext cx="5368925" cy="1654772"/>
          </a:xfrm>
          <a:prstGeom prst="rect">
            <a:avLst/>
          </a:prstGeom>
        </p:spPr>
        <p:txBody>
          <a:bodyPr lIns="0" tIns="0" rIns="0">
            <a:normAutofit/>
          </a:bodyPr>
          <a:lstStyle>
            <a:lvl1pPr marL="0" indent="0" algn="r">
              <a:lnSpc>
                <a:spcPct val="80000"/>
              </a:lnSpc>
              <a:buNone/>
              <a:defRPr sz="3600" i="1">
                <a:solidFill>
                  <a:srgbClr val="00599C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Titel durch Klicken bearbeiten</a:t>
            </a: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DFEA872E-0143-412F-8A3E-399C96D85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21725" y="6231025"/>
            <a:ext cx="2743200" cy="36512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1600">
                <a:solidFill>
                  <a:srgbClr val="00599C"/>
                </a:solidFill>
              </a:defRPr>
            </a:lvl1pPr>
          </a:lstStyle>
          <a:p>
            <a:fld id="{09E3C423-5E7A-4DDD-B38B-F27554E0DE8A}" type="datetime1">
              <a:rPr lang="de-DE" smtClean="0"/>
              <a:t>16.07.2026</a:t>
            </a:fld>
            <a:endParaRPr lang="de-DE" dirty="0"/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99ABBF9E-483A-49E3-B63F-F34D49842CF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0" y="5160963"/>
            <a:ext cx="5368925" cy="5524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r">
              <a:buFontTx/>
              <a:buNone/>
              <a:defRPr sz="1600" b="1" i="1" baseline="0">
                <a:solidFill>
                  <a:srgbClr val="575756"/>
                </a:solidFill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 b="1" i="0" baseline="0">
                <a:solidFill>
                  <a:srgbClr val="575756"/>
                </a:solidFill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 b="1" i="0" baseline="0">
                <a:solidFill>
                  <a:srgbClr val="575756"/>
                </a:solidFill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 b="1" i="0" baseline="0">
                <a:solidFill>
                  <a:srgbClr val="575756"/>
                </a:solidFill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 b="1" i="0" baseline="0">
                <a:solidFill>
                  <a:srgbClr val="575756"/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de-DE" dirty="0"/>
              <a:t>Untertitel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3945252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092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231">
          <p15:clr>
            <a:srgbClr val="FBAE40"/>
          </p15:clr>
        </p15:guide>
        <p15:guide id="4" orient="horz" pos="4085">
          <p15:clr>
            <a:srgbClr val="FBAE40"/>
          </p15:clr>
        </p15:guide>
        <p15:guide id="5" pos="234">
          <p15:clr>
            <a:srgbClr val="FBAE40"/>
          </p15:clr>
        </p15:guide>
        <p15:guide id="6" pos="7222">
          <p15:clr>
            <a:srgbClr val="FBAE40"/>
          </p15:clr>
        </p15:guide>
        <p15:guide id="7" orient="horz" pos="325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ufzähl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platzhalter 15"/>
          <p:cNvSpPr>
            <a:spLocks noGrp="1"/>
          </p:cNvSpPr>
          <p:nvPr>
            <p:ph type="body" sz="quarter" idx="19"/>
          </p:nvPr>
        </p:nvSpPr>
        <p:spPr>
          <a:xfrm>
            <a:off x="632884" y="1766888"/>
            <a:ext cx="11063816" cy="47412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360000">
              <a:lnSpc>
                <a:spcPct val="150000"/>
              </a:lnSpc>
              <a:spcBef>
                <a:spcPts val="0"/>
              </a:spcBef>
              <a:defRPr sz="1800" b="1" kern="0"/>
            </a:lvl1pPr>
            <a:lvl2pPr marL="360000" indent="360000">
              <a:lnSpc>
                <a:spcPct val="150000"/>
              </a:lnSpc>
              <a:spcBef>
                <a:spcPts val="0"/>
              </a:spcBef>
              <a:defRPr sz="1800" kern="0"/>
            </a:lvl2pPr>
            <a:lvl3pPr marL="720000" indent="360000">
              <a:lnSpc>
                <a:spcPct val="150000"/>
              </a:lnSpc>
              <a:spcBef>
                <a:spcPts val="0"/>
              </a:spcBef>
              <a:defRPr sz="1800" kern="0"/>
            </a:lvl3pPr>
            <a:lvl4pPr marL="1080000" indent="360000">
              <a:lnSpc>
                <a:spcPct val="150000"/>
              </a:lnSpc>
              <a:spcBef>
                <a:spcPts val="0"/>
              </a:spcBef>
              <a:defRPr sz="1800" kern="0"/>
            </a:lvl4pPr>
            <a:lvl5pPr marL="1440000" indent="360000">
              <a:lnSpc>
                <a:spcPct val="150000"/>
              </a:lnSpc>
              <a:spcBef>
                <a:spcPts val="0"/>
              </a:spcBef>
              <a:defRPr sz="1800" kern="0"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0" name="Titelplatzhalter 16"/>
          <p:cNvSpPr>
            <a:spLocks noGrp="1"/>
          </p:cNvSpPr>
          <p:nvPr>
            <p:ph type="title"/>
          </p:nvPr>
        </p:nvSpPr>
        <p:spPr>
          <a:xfrm>
            <a:off x="393600" y="406800"/>
            <a:ext cx="9753600" cy="327600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393600" y="745067"/>
            <a:ext cx="9753600" cy="342054"/>
          </a:xfrm>
        </p:spPr>
        <p:txBody>
          <a:bodyPr>
            <a:normAutofit/>
          </a:bodyPr>
          <a:lstStyle>
            <a:lvl1pPr marL="0" indent="0" algn="l">
              <a:buNone/>
              <a:defRPr sz="1600" b="0" i="1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5" name="Foliennummernplatzhalter 10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4E9E765-94CE-0941-BE99-F43834E80C33}" type="slidenum">
              <a:rPr lang="de-DE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043652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platzhalter 16"/>
          <p:cNvSpPr>
            <a:spLocks noGrp="1"/>
          </p:cNvSpPr>
          <p:nvPr>
            <p:ph type="title"/>
          </p:nvPr>
        </p:nvSpPr>
        <p:spPr>
          <a:xfrm>
            <a:off x="393600" y="406800"/>
            <a:ext cx="9753600" cy="327600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17" name="Subtitle 2"/>
          <p:cNvSpPr>
            <a:spLocks noGrp="1"/>
          </p:cNvSpPr>
          <p:nvPr>
            <p:ph type="subTitle" idx="1"/>
          </p:nvPr>
        </p:nvSpPr>
        <p:spPr>
          <a:xfrm>
            <a:off x="393600" y="745067"/>
            <a:ext cx="9753600" cy="342054"/>
          </a:xfrm>
        </p:spPr>
        <p:txBody>
          <a:bodyPr>
            <a:normAutofit/>
          </a:bodyPr>
          <a:lstStyle>
            <a:lvl1pPr marL="0" indent="0" algn="l">
              <a:buNone/>
              <a:defRPr sz="1600" b="0" i="1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Foliennummernplatzhalt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4D8FB2E-9454-CC40-B155-B924620EFC86}" type="slidenum">
              <a:rPr lang="de-DE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85665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platzhalter 16"/>
          <p:cNvSpPr>
            <a:spLocks noGrp="1"/>
          </p:cNvSpPr>
          <p:nvPr>
            <p:ph type="title"/>
          </p:nvPr>
        </p:nvSpPr>
        <p:spPr>
          <a:xfrm>
            <a:off x="393600" y="406800"/>
            <a:ext cx="9753600" cy="327600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17" name="Subtitle 2"/>
          <p:cNvSpPr>
            <a:spLocks noGrp="1"/>
          </p:cNvSpPr>
          <p:nvPr>
            <p:ph type="subTitle" idx="1"/>
          </p:nvPr>
        </p:nvSpPr>
        <p:spPr>
          <a:xfrm>
            <a:off x="393600" y="745067"/>
            <a:ext cx="9753600" cy="342054"/>
          </a:xfrm>
        </p:spPr>
        <p:txBody>
          <a:bodyPr>
            <a:normAutofit/>
          </a:bodyPr>
          <a:lstStyle>
            <a:lvl1pPr marL="0" indent="0" algn="l">
              <a:buNone/>
              <a:defRPr sz="1600" b="0" i="1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Foliennummernplatzhalt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4D8FB2E-9454-CC40-B155-B924620EFC86}" type="slidenum">
              <a:rPr lang="de-DE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622485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platzhalter 22"/>
          <p:cNvSpPr>
            <a:spLocks noGrp="1"/>
          </p:cNvSpPr>
          <p:nvPr>
            <p:ph type="body" sz="quarter" idx="15"/>
          </p:nvPr>
        </p:nvSpPr>
        <p:spPr>
          <a:xfrm>
            <a:off x="632033" y="1770964"/>
            <a:ext cx="11064000" cy="474045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SzPct val="100000"/>
              <a:buFontTx/>
              <a:buNone/>
              <a:defRPr sz="1200" b="0" kern="0" baseline="0">
                <a:solidFill>
                  <a:schemeClr val="tx1"/>
                </a:solidFill>
                <a:latin typeface="Arial"/>
              </a:defRPr>
            </a:lvl1pPr>
            <a:lvl2pPr marL="742950" indent="-285750">
              <a:buSzPct val="100000"/>
              <a:buFontTx/>
              <a:buBlip>
                <a:blip r:embed="rId2"/>
              </a:buBlip>
              <a:defRPr sz="1400" baseline="0">
                <a:solidFill>
                  <a:schemeClr val="tx1"/>
                </a:solidFill>
                <a:latin typeface="Arial"/>
              </a:defRPr>
            </a:lvl2pPr>
            <a:lvl3pPr marL="1143000" indent="-228600">
              <a:buSzPct val="100000"/>
              <a:buFontTx/>
              <a:buBlip>
                <a:blip r:embed="rId2"/>
              </a:buBlip>
              <a:defRPr sz="1400" baseline="0">
                <a:solidFill>
                  <a:schemeClr val="tx1"/>
                </a:solidFill>
                <a:latin typeface="Arial"/>
              </a:defRPr>
            </a:lvl3pPr>
            <a:lvl4pPr marL="1600200" indent="-228600">
              <a:buSzPct val="100000"/>
              <a:buFontTx/>
              <a:buBlip>
                <a:blip r:embed="rId2"/>
              </a:buBlip>
              <a:defRPr sz="1400" baseline="0">
                <a:solidFill>
                  <a:schemeClr val="tx1"/>
                </a:solidFill>
                <a:latin typeface="Arial"/>
              </a:defRPr>
            </a:lvl4pPr>
            <a:lvl5pPr marL="2057400" indent="-228600">
              <a:buSzPct val="100000"/>
              <a:buFontTx/>
              <a:buBlip>
                <a:blip r:embed="rId2"/>
              </a:buBlip>
              <a:defRPr sz="1400" baseline="0">
                <a:solidFill>
                  <a:schemeClr val="tx1"/>
                </a:solidFill>
                <a:latin typeface="Arial"/>
              </a:defRPr>
            </a:lvl5pPr>
          </a:lstStyle>
          <a:p>
            <a:pPr lvl="0"/>
            <a:endParaRPr lang="ro-RO" dirty="0"/>
          </a:p>
        </p:txBody>
      </p:sp>
      <p:sp>
        <p:nvSpPr>
          <p:cNvPr id="15" name="Titelplatzhalter 16"/>
          <p:cNvSpPr>
            <a:spLocks noGrp="1"/>
          </p:cNvSpPr>
          <p:nvPr>
            <p:ph type="title"/>
          </p:nvPr>
        </p:nvSpPr>
        <p:spPr>
          <a:xfrm>
            <a:off x="393600" y="406800"/>
            <a:ext cx="9753600" cy="327600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393600" y="745067"/>
            <a:ext cx="9753600" cy="342054"/>
          </a:xfrm>
        </p:spPr>
        <p:txBody>
          <a:bodyPr>
            <a:normAutofit/>
          </a:bodyPr>
          <a:lstStyle>
            <a:lvl1pPr marL="0" indent="0" algn="l">
              <a:buNone/>
              <a:defRPr sz="1600" b="0" i="1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5" name="Foliennummernplatzhalter 10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A07125-F287-674A-B4D8-FED3251FDE20}" type="slidenum">
              <a:rPr lang="de-DE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36755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Aufzähl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platzhalter 22"/>
          <p:cNvSpPr>
            <a:spLocks noGrp="1"/>
          </p:cNvSpPr>
          <p:nvPr>
            <p:ph type="body" sz="quarter" idx="15"/>
          </p:nvPr>
        </p:nvSpPr>
        <p:spPr>
          <a:xfrm>
            <a:off x="632033" y="1770960"/>
            <a:ext cx="11064000" cy="106436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SzPct val="100000"/>
              <a:buFontTx/>
              <a:buNone/>
              <a:defRPr sz="1200" b="0" baseline="0">
                <a:solidFill>
                  <a:schemeClr val="tx1"/>
                </a:solidFill>
                <a:latin typeface="Arial"/>
              </a:defRPr>
            </a:lvl1pPr>
            <a:lvl2pPr marL="742950" indent="-285750">
              <a:buSzPct val="100000"/>
              <a:buFontTx/>
              <a:buBlip>
                <a:blip r:embed="rId2"/>
              </a:buBlip>
              <a:defRPr sz="1400" baseline="0">
                <a:solidFill>
                  <a:schemeClr val="tx1"/>
                </a:solidFill>
                <a:latin typeface="Arial"/>
              </a:defRPr>
            </a:lvl2pPr>
            <a:lvl3pPr marL="1143000" indent="-228600">
              <a:buSzPct val="100000"/>
              <a:buFontTx/>
              <a:buBlip>
                <a:blip r:embed="rId2"/>
              </a:buBlip>
              <a:defRPr sz="1400" baseline="0">
                <a:solidFill>
                  <a:schemeClr val="tx1"/>
                </a:solidFill>
                <a:latin typeface="Arial"/>
              </a:defRPr>
            </a:lvl3pPr>
            <a:lvl4pPr marL="1600200" indent="-228600">
              <a:buSzPct val="100000"/>
              <a:buFontTx/>
              <a:buBlip>
                <a:blip r:embed="rId2"/>
              </a:buBlip>
              <a:defRPr sz="1400" baseline="0">
                <a:solidFill>
                  <a:schemeClr val="tx1"/>
                </a:solidFill>
                <a:latin typeface="Arial"/>
              </a:defRPr>
            </a:lvl4pPr>
            <a:lvl5pPr marL="2057400" indent="-228600">
              <a:buSzPct val="100000"/>
              <a:buFontTx/>
              <a:buBlip>
                <a:blip r:embed="rId2"/>
              </a:buBlip>
              <a:defRPr sz="1400" baseline="0">
                <a:solidFill>
                  <a:schemeClr val="tx1"/>
                </a:solidFill>
                <a:latin typeface="Arial"/>
              </a:defRPr>
            </a:lvl5pPr>
          </a:lstStyle>
          <a:p>
            <a:pPr lvl="0"/>
            <a:endParaRPr lang="ro-RO" dirty="0"/>
          </a:p>
        </p:txBody>
      </p:sp>
      <p:sp>
        <p:nvSpPr>
          <p:cNvPr id="20" name="Textplatzhalter 15"/>
          <p:cNvSpPr>
            <a:spLocks noGrp="1"/>
          </p:cNvSpPr>
          <p:nvPr>
            <p:ph type="body" sz="quarter" idx="19"/>
          </p:nvPr>
        </p:nvSpPr>
        <p:spPr>
          <a:xfrm>
            <a:off x="632884" y="2978941"/>
            <a:ext cx="11063816" cy="3528000"/>
          </a:xfrm>
          <a:prstGeom prst="rect">
            <a:avLst/>
          </a:prstGeom>
        </p:spPr>
        <p:txBody>
          <a:bodyPr/>
          <a:lstStyle>
            <a:lvl1pPr marL="0" indent="360000">
              <a:lnSpc>
                <a:spcPct val="150000"/>
              </a:lnSpc>
              <a:spcBef>
                <a:spcPts val="0"/>
              </a:spcBef>
              <a:defRPr sz="1600" b="1" kern="0"/>
            </a:lvl1pPr>
            <a:lvl2pPr marL="360000" indent="360000">
              <a:lnSpc>
                <a:spcPct val="150000"/>
              </a:lnSpc>
              <a:spcBef>
                <a:spcPts val="0"/>
              </a:spcBef>
              <a:defRPr sz="1600" kern="0"/>
            </a:lvl2pPr>
            <a:lvl3pPr marL="720000" indent="360000">
              <a:lnSpc>
                <a:spcPct val="150000"/>
              </a:lnSpc>
              <a:spcBef>
                <a:spcPts val="0"/>
              </a:spcBef>
              <a:defRPr sz="1600" kern="0"/>
            </a:lvl3pPr>
            <a:lvl4pPr marL="1080000" indent="360000">
              <a:lnSpc>
                <a:spcPct val="150000"/>
              </a:lnSpc>
              <a:spcBef>
                <a:spcPts val="0"/>
              </a:spcBef>
              <a:defRPr sz="1600" kern="0"/>
            </a:lvl4pPr>
            <a:lvl5pPr marL="1440000" indent="360000">
              <a:lnSpc>
                <a:spcPct val="150000"/>
              </a:lnSpc>
              <a:spcBef>
                <a:spcPts val="0"/>
              </a:spcBef>
              <a:defRPr sz="1600" kern="0"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5" name="Titelplatzhalter 16"/>
          <p:cNvSpPr>
            <a:spLocks noGrp="1"/>
          </p:cNvSpPr>
          <p:nvPr>
            <p:ph type="title"/>
          </p:nvPr>
        </p:nvSpPr>
        <p:spPr>
          <a:xfrm>
            <a:off x="393600" y="406800"/>
            <a:ext cx="9753600" cy="327600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12" name="Subtitle 2"/>
          <p:cNvSpPr>
            <a:spLocks noGrp="1"/>
          </p:cNvSpPr>
          <p:nvPr>
            <p:ph type="subTitle" idx="1"/>
          </p:nvPr>
        </p:nvSpPr>
        <p:spPr>
          <a:xfrm>
            <a:off x="393600" y="745067"/>
            <a:ext cx="9753600" cy="342054"/>
          </a:xfrm>
        </p:spPr>
        <p:txBody>
          <a:bodyPr>
            <a:normAutofit/>
          </a:bodyPr>
          <a:lstStyle>
            <a:lvl1pPr marL="0" indent="0" algn="l">
              <a:buNone/>
              <a:defRPr sz="1600" b="0" i="1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6" name="Foliennummernplatzhalter 10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4D81EC-8C31-054F-B717-4ACEB33BE349}" type="slidenum">
              <a:rPr lang="de-DE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45916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zähl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platzhalter 15"/>
          <p:cNvSpPr>
            <a:spLocks noGrp="1"/>
          </p:cNvSpPr>
          <p:nvPr>
            <p:ph type="body" sz="quarter" idx="19"/>
          </p:nvPr>
        </p:nvSpPr>
        <p:spPr>
          <a:xfrm>
            <a:off x="632884" y="1766888"/>
            <a:ext cx="11063816" cy="47412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360000">
              <a:lnSpc>
                <a:spcPct val="150000"/>
              </a:lnSpc>
              <a:spcBef>
                <a:spcPts val="0"/>
              </a:spcBef>
              <a:defRPr sz="1800" b="1" kern="0"/>
            </a:lvl1pPr>
            <a:lvl2pPr marL="360000" indent="360000">
              <a:lnSpc>
                <a:spcPct val="150000"/>
              </a:lnSpc>
              <a:spcBef>
                <a:spcPts val="0"/>
              </a:spcBef>
              <a:defRPr sz="1800" kern="0"/>
            </a:lvl2pPr>
            <a:lvl3pPr marL="720000" indent="360000">
              <a:lnSpc>
                <a:spcPct val="150000"/>
              </a:lnSpc>
              <a:spcBef>
                <a:spcPts val="0"/>
              </a:spcBef>
              <a:defRPr sz="1800" kern="0"/>
            </a:lvl3pPr>
            <a:lvl4pPr marL="1080000" indent="360000">
              <a:lnSpc>
                <a:spcPct val="150000"/>
              </a:lnSpc>
              <a:spcBef>
                <a:spcPts val="0"/>
              </a:spcBef>
              <a:defRPr sz="1800" kern="0"/>
            </a:lvl4pPr>
            <a:lvl5pPr marL="1440000" indent="360000">
              <a:lnSpc>
                <a:spcPct val="150000"/>
              </a:lnSpc>
              <a:spcBef>
                <a:spcPts val="0"/>
              </a:spcBef>
              <a:defRPr sz="1800" kern="0"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0" name="Titelplatzhalter 16"/>
          <p:cNvSpPr>
            <a:spLocks noGrp="1"/>
          </p:cNvSpPr>
          <p:nvPr>
            <p:ph type="title"/>
          </p:nvPr>
        </p:nvSpPr>
        <p:spPr>
          <a:xfrm>
            <a:off x="393600" y="406800"/>
            <a:ext cx="9753600" cy="327600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393600" y="745067"/>
            <a:ext cx="9753600" cy="342054"/>
          </a:xfrm>
        </p:spPr>
        <p:txBody>
          <a:bodyPr>
            <a:normAutofit/>
          </a:bodyPr>
          <a:lstStyle>
            <a:lvl1pPr marL="0" indent="0" algn="l">
              <a:buNone/>
              <a:defRPr sz="1600" b="0" i="1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5" name="Foliennummernplatzhalter 10"/>
          <p:cNvSpPr>
            <a:spLocks noGrp="1"/>
          </p:cNvSpPr>
          <p:nvPr>
            <p:ph type="sldNum" sz="quarter" idx="20"/>
          </p:nvPr>
        </p:nvSpPr>
        <p:spPr>
          <a:xfrm>
            <a:off x="393699" y="6627813"/>
            <a:ext cx="239185" cy="20796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4E9E765-94CE-0941-BE99-F43834E80C33}" type="slidenum">
              <a:rPr lang="de-DE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11003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13"/>
          <p:cNvSpPr>
            <a:spLocks noGrp="1"/>
          </p:cNvSpPr>
          <p:nvPr>
            <p:ph type="pic" sz="quarter" idx="16"/>
          </p:nvPr>
        </p:nvSpPr>
        <p:spPr>
          <a:xfrm>
            <a:off x="633604" y="1767840"/>
            <a:ext cx="11055617" cy="4741200"/>
          </a:xfrm>
          <a:prstGeom prst="rect">
            <a:avLst/>
          </a:prstGeom>
        </p:spPr>
        <p:txBody>
          <a:bodyPr rtlCol="0">
            <a:normAutofit/>
          </a:bodyPr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noProof="0" dirty="0"/>
          </a:p>
        </p:txBody>
      </p:sp>
      <p:sp>
        <p:nvSpPr>
          <p:cNvPr id="14" name="Titelplatzhalter 16"/>
          <p:cNvSpPr>
            <a:spLocks noGrp="1"/>
          </p:cNvSpPr>
          <p:nvPr>
            <p:ph type="title"/>
          </p:nvPr>
        </p:nvSpPr>
        <p:spPr>
          <a:xfrm>
            <a:off x="393600" y="406800"/>
            <a:ext cx="9753600" cy="327600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15" name="Subtitle 2"/>
          <p:cNvSpPr>
            <a:spLocks noGrp="1"/>
          </p:cNvSpPr>
          <p:nvPr>
            <p:ph type="subTitle" idx="1"/>
          </p:nvPr>
        </p:nvSpPr>
        <p:spPr>
          <a:xfrm>
            <a:off x="393600" y="745067"/>
            <a:ext cx="9753600" cy="342054"/>
          </a:xfrm>
        </p:spPr>
        <p:txBody>
          <a:bodyPr>
            <a:normAutofit/>
          </a:bodyPr>
          <a:lstStyle>
            <a:lvl1pPr marL="0" indent="0" algn="l">
              <a:buNone/>
              <a:defRPr sz="1600" b="0" i="1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5" name="Foliennummernplatzhalter 10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A4BB87-D65B-B741-90D0-3BFE1FF2D190}" type="slidenum">
              <a:rPr lang="de-DE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019896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+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22"/>
          <p:cNvSpPr>
            <a:spLocks noGrp="1"/>
          </p:cNvSpPr>
          <p:nvPr>
            <p:ph type="body" sz="quarter" idx="15"/>
          </p:nvPr>
        </p:nvSpPr>
        <p:spPr>
          <a:xfrm>
            <a:off x="632038" y="1770964"/>
            <a:ext cx="5402103" cy="474045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SzPct val="100000"/>
              <a:buFontTx/>
              <a:buNone/>
              <a:defRPr sz="1200" b="0" kern="0" baseline="0">
                <a:solidFill>
                  <a:schemeClr val="tx1"/>
                </a:solidFill>
                <a:latin typeface="Arial"/>
              </a:defRPr>
            </a:lvl1pPr>
            <a:lvl2pPr marL="742950" indent="-285750">
              <a:buSzPct val="100000"/>
              <a:buFontTx/>
              <a:buBlip>
                <a:blip r:embed="rId2"/>
              </a:buBlip>
              <a:defRPr sz="1400" baseline="0">
                <a:solidFill>
                  <a:schemeClr val="tx1"/>
                </a:solidFill>
                <a:latin typeface="Arial"/>
              </a:defRPr>
            </a:lvl2pPr>
            <a:lvl3pPr marL="1143000" indent="-228600">
              <a:buSzPct val="100000"/>
              <a:buFontTx/>
              <a:buBlip>
                <a:blip r:embed="rId2"/>
              </a:buBlip>
              <a:defRPr sz="1400" baseline="0">
                <a:solidFill>
                  <a:schemeClr val="tx1"/>
                </a:solidFill>
                <a:latin typeface="Arial"/>
              </a:defRPr>
            </a:lvl3pPr>
            <a:lvl4pPr marL="1600200" indent="-228600">
              <a:buSzPct val="100000"/>
              <a:buFontTx/>
              <a:buBlip>
                <a:blip r:embed="rId2"/>
              </a:buBlip>
              <a:defRPr sz="1400" baseline="0">
                <a:solidFill>
                  <a:schemeClr val="tx1"/>
                </a:solidFill>
                <a:latin typeface="Arial"/>
              </a:defRPr>
            </a:lvl4pPr>
            <a:lvl5pPr marL="2057400" indent="-228600">
              <a:buSzPct val="100000"/>
              <a:buFontTx/>
              <a:buBlip>
                <a:blip r:embed="rId2"/>
              </a:buBlip>
              <a:defRPr sz="1400" baseline="0">
                <a:solidFill>
                  <a:schemeClr val="tx1"/>
                </a:solidFill>
                <a:latin typeface="Arial"/>
              </a:defRPr>
            </a:lvl5pPr>
          </a:lstStyle>
          <a:p>
            <a:pPr lvl="0"/>
            <a:endParaRPr lang="ro-RO" dirty="0"/>
          </a:p>
        </p:txBody>
      </p:sp>
      <p:sp>
        <p:nvSpPr>
          <p:cNvPr id="14" name="Bildplatzhalter 13"/>
          <p:cNvSpPr>
            <a:spLocks noGrp="1"/>
          </p:cNvSpPr>
          <p:nvPr>
            <p:ph type="pic" sz="quarter" idx="16"/>
          </p:nvPr>
        </p:nvSpPr>
        <p:spPr>
          <a:xfrm>
            <a:off x="6308421" y="1771651"/>
            <a:ext cx="5380801" cy="4468502"/>
          </a:xfrm>
          <a:prstGeom prst="rect">
            <a:avLst/>
          </a:prstGeom>
        </p:spPr>
        <p:txBody>
          <a:bodyPr rtlCol="0">
            <a:normAutofit/>
          </a:bodyPr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noProof="0"/>
          </a:p>
        </p:txBody>
      </p:sp>
      <p:sp>
        <p:nvSpPr>
          <p:cNvPr id="15" name="Textplatzhalter 16"/>
          <p:cNvSpPr>
            <a:spLocks noGrp="1"/>
          </p:cNvSpPr>
          <p:nvPr>
            <p:ph type="body" sz="quarter" idx="17"/>
          </p:nvPr>
        </p:nvSpPr>
        <p:spPr>
          <a:xfrm>
            <a:off x="6308422" y="6398644"/>
            <a:ext cx="5380801" cy="11276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1" baseline="0">
                <a:solidFill>
                  <a:schemeClr val="tx1"/>
                </a:solidFill>
                <a:latin typeface="Arial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8" name="Titelplatzhalter 16"/>
          <p:cNvSpPr>
            <a:spLocks noGrp="1"/>
          </p:cNvSpPr>
          <p:nvPr>
            <p:ph type="title"/>
          </p:nvPr>
        </p:nvSpPr>
        <p:spPr>
          <a:xfrm>
            <a:off x="393600" y="406800"/>
            <a:ext cx="9753600" cy="327600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13" name="Subtitle 2"/>
          <p:cNvSpPr>
            <a:spLocks noGrp="1"/>
          </p:cNvSpPr>
          <p:nvPr>
            <p:ph type="subTitle" idx="1"/>
          </p:nvPr>
        </p:nvSpPr>
        <p:spPr>
          <a:xfrm>
            <a:off x="393600" y="745067"/>
            <a:ext cx="9753600" cy="342054"/>
          </a:xfrm>
        </p:spPr>
        <p:txBody>
          <a:bodyPr>
            <a:normAutofit/>
          </a:bodyPr>
          <a:lstStyle>
            <a:lvl1pPr marL="0" indent="0" algn="l">
              <a:buNone/>
              <a:defRPr sz="1600" b="0" i="1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7" name="Foliennummernplatzhalter 10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0549947-ECEE-CD4E-8E00-25DB9EFCD1C0}" type="slidenum">
              <a:rPr lang="de-DE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670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ild+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13"/>
          <p:cNvSpPr>
            <a:spLocks noGrp="1"/>
          </p:cNvSpPr>
          <p:nvPr>
            <p:ph type="pic" sz="quarter" idx="16"/>
          </p:nvPr>
        </p:nvSpPr>
        <p:spPr>
          <a:xfrm>
            <a:off x="6308421" y="1771651"/>
            <a:ext cx="5380801" cy="4468502"/>
          </a:xfrm>
          <a:prstGeom prst="rect">
            <a:avLst/>
          </a:prstGeom>
        </p:spPr>
        <p:txBody>
          <a:bodyPr rtlCol="0">
            <a:normAutofit/>
          </a:bodyPr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noProof="0"/>
          </a:p>
        </p:txBody>
      </p:sp>
      <p:sp>
        <p:nvSpPr>
          <p:cNvPr id="15" name="Textplatzhalter 16"/>
          <p:cNvSpPr>
            <a:spLocks noGrp="1"/>
          </p:cNvSpPr>
          <p:nvPr>
            <p:ph type="body" sz="quarter" idx="17"/>
          </p:nvPr>
        </p:nvSpPr>
        <p:spPr>
          <a:xfrm>
            <a:off x="6308422" y="6398644"/>
            <a:ext cx="5380801" cy="11276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1" baseline="0">
                <a:solidFill>
                  <a:schemeClr val="tx1"/>
                </a:solidFill>
                <a:latin typeface="Arial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8" name="Titelplatzhalter 16"/>
          <p:cNvSpPr>
            <a:spLocks noGrp="1"/>
          </p:cNvSpPr>
          <p:nvPr>
            <p:ph type="title"/>
          </p:nvPr>
        </p:nvSpPr>
        <p:spPr>
          <a:xfrm>
            <a:off x="393600" y="406800"/>
            <a:ext cx="9753600" cy="327600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13" name="Subtitle 2"/>
          <p:cNvSpPr>
            <a:spLocks noGrp="1"/>
          </p:cNvSpPr>
          <p:nvPr>
            <p:ph type="subTitle" idx="1"/>
          </p:nvPr>
        </p:nvSpPr>
        <p:spPr>
          <a:xfrm>
            <a:off x="393600" y="745067"/>
            <a:ext cx="9753600" cy="342054"/>
          </a:xfrm>
        </p:spPr>
        <p:txBody>
          <a:bodyPr>
            <a:normAutofit/>
          </a:bodyPr>
          <a:lstStyle>
            <a:lvl1pPr marL="0" indent="0" algn="l">
              <a:buNone/>
              <a:defRPr sz="1600" b="0" i="1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10" name="Bildplatzhalter 13"/>
          <p:cNvSpPr>
            <a:spLocks noGrp="1"/>
          </p:cNvSpPr>
          <p:nvPr>
            <p:ph type="pic" sz="quarter" idx="18"/>
          </p:nvPr>
        </p:nvSpPr>
        <p:spPr>
          <a:xfrm>
            <a:off x="632368" y="1771651"/>
            <a:ext cx="5380801" cy="4468502"/>
          </a:xfrm>
          <a:prstGeom prst="rect">
            <a:avLst/>
          </a:prstGeom>
        </p:spPr>
        <p:txBody>
          <a:bodyPr rtlCol="0">
            <a:normAutofit/>
          </a:bodyPr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noProof="0"/>
          </a:p>
        </p:txBody>
      </p:sp>
      <p:sp>
        <p:nvSpPr>
          <p:cNvPr id="11" name="Textplatzhalter 16"/>
          <p:cNvSpPr>
            <a:spLocks noGrp="1"/>
          </p:cNvSpPr>
          <p:nvPr>
            <p:ph type="body" sz="quarter" idx="19"/>
          </p:nvPr>
        </p:nvSpPr>
        <p:spPr>
          <a:xfrm>
            <a:off x="632369" y="6398644"/>
            <a:ext cx="5380801" cy="11276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1" baseline="0">
                <a:solidFill>
                  <a:schemeClr val="tx1"/>
                </a:solidFill>
                <a:latin typeface="Arial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Foliennummernplatzhalter 10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C90C2B-DDFC-DE4D-9708-9CA1E81D3CA7}" type="slidenum">
              <a:rPr lang="de-DE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585141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z.+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13"/>
          <p:cNvSpPr>
            <a:spLocks noGrp="1"/>
          </p:cNvSpPr>
          <p:nvPr>
            <p:ph type="pic" sz="quarter" idx="16"/>
          </p:nvPr>
        </p:nvSpPr>
        <p:spPr>
          <a:xfrm>
            <a:off x="6308421" y="1771651"/>
            <a:ext cx="5380801" cy="4468502"/>
          </a:xfrm>
          <a:prstGeom prst="rect">
            <a:avLst/>
          </a:prstGeom>
        </p:spPr>
        <p:txBody>
          <a:bodyPr rtlCol="0">
            <a:normAutofit/>
          </a:bodyPr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noProof="0"/>
          </a:p>
        </p:txBody>
      </p:sp>
      <p:sp>
        <p:nvSpPr>
          <p:cNvPr id="18" name="Textplatzhalter 15"/>
          <p:cNvSpPr>
            <a:spLocks noGrp="1"/>
          </p:cNvSpPr>
          <p:nvPr>
            <p:ph type="body" sz="quarter" idx="20"/>
          </p:nvPr>
        </p:nvSpPr>
        <p:spPr>
          <a:xfrm>
            <a:off x="632884" y="1771655"/>
            <a:ext cx="5401253" cy="4739759"/>
          </a:xfrm>
          <a:prstGeom prst="rect">
            <a:avLst/>
          </a:prstGeom>
        </p:spPr>
        <p:txBody>
          <a:bodyPr/>
          <a:lstStyle>
            <a:lvl1pPr marL="0" indent="360000">
              <a:lnSpc>
                <a:spcPct val="150000"/>
              </a:lnSpc>
              <a:spcBef>
                <a:spcPts val="0"/>
              </a:spcBef>
              <a:defRPr sz="1600" b="1" kern="0"/>
            </a:lvl1pPr>
            <a:lvl2pPr marL="360000" indent="360000">
              <a:lnSpc>
                <a:spcPct val="150000"/>
              </a:lnSpc>
              <a:spcBef>
                <a:spcPts val="0"/>
              </a:spcBef>
              <a:defRPr sz="1600" kern="0"/>
            </a:lvl2pPr>
            <a:lvl3pPr marL="720000" indent="360000">
              <a:lnSpc>
                <a:spcPct val="150000"/>
              </a:lnSpc>
              <a:spcBef>
                <a:spcPts val="0"/>
              </a:spcBef>
              <a:defRPr sz="1600" kern="0"/>
            </a:lvl3pPr>
            <a:lvl4pPr marL="1080000" indent="360000">
              <a:lnSpc>
                <a:spcPct val="150000"/>
              </a:lnSpc>
              <a:spcBef>
                <a:spcPts val="0"/>
              </a:spcBef>
              <a:defRPr sz="1600" kern="0"/>
            </a:lvl4pPr>
            <a:lvl5pPr marL="1440000" indent="360000">
              <a:lnSpc>
                <a:spcPct val="150000"/>
              </a:lnSpc>
              <a:spcBef>
                <a:spcPts val="0"/>
              </a:spcBef>
              <a:defRPr sz="1600" kern="0"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9" name="Titelplatzhalter 16"/>
          <p:cNvSpPr>
            <a:spLocks noGrp="1"/>
          </p:cNvSpPr>
          <p:nvPr>
            <p:ph type="title"/>
          </p:nvPr>
        </p:nvSpPr>
        <p:spPr>
          <a:xfrm>
            <a:off x="393600" y="406800"/>
            <a:ext cx="9753600" cy="327600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393600" y="745067"/>
            <a:ext cx="9753600" cy="342054"/>
          </a:xfrm>
        </p:spPr>
        <p:txBody>
          <a:bodyPr>
            <a:normAutofit/>
          </a:bodyPr>
          <a:lstStyle>
            <a:lvl1pPr marL="0" indent="0" algn="l">
              <a:buNone/>
              <a:defRPr sz="1600" b="0" i="1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12" name="Textplatzhalter 16"/>
          <p:cNvSpPr>
            <a:spLocks noGrp="1"/>
          </p:cNvSpPr>
          <p:nvPr>
            <p:ph type="body" sz="quarter" idx="17"/>
          </p:nvPr>
        </p:nvSpPr>
        <p:spPr>
          <a:xfrm>
            <a:off x="6308422" y="6398644"/>
            <a:ext cx="5380801" cy="11276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1" baseline="0">
                <a:solidFill>
                  <a:schemeClr val="tx1"/>
                </a:solidFill>
                <a:latin typeface="Arial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Foliennummernplatzhalter 10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A5DF636-10E3-C843-BAEB-4F17E52BCE01}" type="slidenum">
              <a:rPr lang="de-DE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306281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+Aufz.+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22"/>
          <p:cNvSpPr>
            <a:spLocks noGrp="1"/>
          </p:cNvSpPr>
          <p:nvPr>
            <p:ph type="body" sz="quarter" idx="15"/>
          </p:nvPr>
        </p:nvSpPr>
        <p:spPr>
          <a:xfrm>
            <a:off x="632038" y="1770960"/>
            <a:ext cx="5402103" cy="160996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SzPct val="100000"/>
              <a:buFontTx/>
              <a:buNone/>
              <a:defRPr sz="1200" b="0" baseline="0">
                <a:solidFill>
                  <a:schemeClr val="tx1"/>
                </a:solidFill>
                <a:latin typeface="Arial"/>
              </a:defRPr>
            </a:lvl1pPr>
            <a:lvl2pPr marL="742950" indent="-285750">
              <a:buSzPct val="100000"/>
              <a:buFontTx/>
              <a:buBlip>
                <a:blip r:embed="rId2"/>
              </a:buBlip>
              <a:defRPr sz="1400" baseline="0">
                <a:solidFill>
                  <a:schemeClr val="tx1"/>
                </a:solidFill>
                <a:latin typeface="Arial"/>
              </a:defRPr>
            </a:lvl2pPr>
            <a:lvl3pPr marL="1143000" indent="-228600">
              <a:buSzPct val="100000"/>
              <a:buFontTx/>
              <a:buBlip>
                <a:blip r:embed="rId2"/>
              </a:buBlip>
              <a:defRPr sz="1400" baseline="0">
                <a:solidFill>
                  <a:schemeClr val="tx1"/>
                </a:solidFill>
                <a:latin typeface="Arial"/>
              </a:defRPr>
            </a:lvl3pPr>
            <a:lvl4pPr marL="1600200" indent="-228600">
              <a:buSzPct val="100000"/>
              <a:buFontTx/>
              <a:buBlip>
                <a:blip r:embed="rId2"/>
              </a:buBlip>
              <a:defRPr sz="1400" baseline="0">
                <a:solidFill>
                  <a:schemeClr val="tx1"/>
                </a:solidFill>
                <a:latin typeface="Arial"/>
              </a:defRPr>
            </a:lvl4pPr>
            <a:lvl5pPr marL="2057400" indent="-228600">
              <a:buSzPct val="100000"/>
              <a:buFontTx/>
              <a:buBlip>
                <a:blip r:embed="rId2"/>
              </a:buBlip>
              <a:defRPr sz="1400" baseline="0">
                <a:solidFill>
                  <a:schemeClr val="tx1"/>
                </a:solidFill>
                <a:latin typeface="Arial"/>
              </a:defRPr>
            </a:lvl5pPr>
          </a:lstStyle>
          <a:p>
            <a:pPr lvl="0"/>
            <a:endParaRPr lang="ro-RO" dirty="0"/>
          </a:p>
        </p:txBody>
      </p:sp>
      <p:sp>
        <p:nvSpPr>
          <p:cNvPr id="14" name="Bildplatzhalter 13"/>
          <p:cNvSpPr>
            <a:spLocks noGrp="1"/>
          </p:cNvSpPr>
          <p:nvPr>
            <p:ph type="pic" sz="quarter" idx="16"/>
          </p:nvPr>
        </p:nvSpPr>
        <p:spPr>
          <a:xfrm>
            <a:off x="6308421" y="1771651"/>
            <a:ext cx="5380801" cy="4468502"/>
          </a:xfrm>
          <a:prstGeom prst="rect">
            <a:avLst/>
          </a:prstGeom>
        </p:spPr>
        <p:txBody>
          <a:bodyPr rtlCol="0">
            <a:normAutofit/>
          </a:bodyPr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noProof="0"/>
          </a:p>
        </p:txBody>
      </p:sp>
      <p:sp>
        <p:nvSpPr>
          <p:cNvPr id="23" name="Textplatzhalter 15"/>
          <p:cNvSpPr>
            <a:spLocks noGrp="1"/>
          </p:cNvSpPr>
          <p:nvPr>
            <p:ph type="body" sz="quarter" idx="20"/>
          </p:nvPr>
        </p:nvSpPr>
        <p:spPr>
          <a:xfrm>
            <a:off x="632884" y="3541926"/>
            <a:ext cx="5401253" cy="2969489"/>
          </a:xfrm>
          <a:prstGeom prst="rect">
            <a:avLst/>
          </a:prstGeom>
        </p:spPr>
        <p:txBody>
          <a:bodyPr/>
          <a:lstStyle>
            <a:lvl1pPr marL="0" indent="360000">
              <a:lnSpc>
                <a:spcPct val="150000"/>
              </a:lnSpc>
              <a:spcBef>
                <a:spcPts val="0"/>
              </a:spcBef>
              <a:defRPr sz="1600" b="1" kern="0"/>
            </a:lvl1pPr>
            <a:lvl2pPr marL="360000" indent="360000">
              <a:lnSpc>
                <a:spcPct val="150000"/>
              </a:lnSpc>
              <a:spcBef>
                <a:spcPts val="0"/>
              </a:spcBef>
              <a:defRPr sz="1600" kern="0"/>
            </a:lvl2pPr>
            <a:lvl3pPr marL="720000" indent="360000">
              <a:lnSpc>
                <a:spcPct val="150000"/>
              </a:lnSpc>
              <a:spcBef>
                <a:spcPts val="0"/>
              </a:spcBef>
              <a:defRPr sz="1600" kern="0"/>
            </a:lvl3pPr>
            <a:lvl4pPr marL="1080000" indent="360000">
              <a:lnSpc>
                <a:spcPct val="150000"/>
              </a:lnSpc>
              <a:spcBef>
                <a:spcPts val="0"/>
              </a:spcBef>
              <a:defRPr sz="1600" kern="0"/>
            </a:lvl4pPr>
            <a:lvl5pPr marL="1440000" indent="360000">
              <a:lnSpc>
                <a:spcPct val="150000"/>
              </a:lnSpc>
              <a:spcBef>
                <a:spcPts val="0"/>
              </a:spcBef>
              <a:defRPr sz="1600" kern="0"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6" name="Titelplatzhalter 16"/>
          <p:cNvSpPr>
            <a:spLocks noGrp="1"/>
          </p:cNvSpPr>
          <p:nvPr>
            <p:ph type="title"/>
          </p:nvPr>
        </p:nvSpPr>
        <p:spPr>
          <a:xfrm>
            <a:off x="393600" y="406800"/>
            <a:ext cx="9753600" cy="327600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393600" y="745067"/>
            <a:ext cx="9753600" cy="342054"/>
          </a:xfrm>
        </p:spPr>
        <p:txBody>
          <a:bodyPr>
            <a:normAutofit/>
          </a:bodyPr>
          <a:lstStyle>
            <a:lvl1pPr marL="0" indent="0" algn="l">
              <a:buNone/>
              <a:defRPr sz="1600" b="0" i="1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15" name="Textplatzhalter 16"/>
          <p:cNvSpPr>
            <a:spLocks noGrp="1"/>
          </p:cNvSpPr>
          <p:nvPr>
            <p:ph type="body" sz="quarter" idx="17"/>
          </p:nvPr>
        </p:nvSpPr>
        <p:spPr>
          <a:xfrm>
            <a:off x="6308422" y="6398644"/>
            <a:ext cx="5380801" cy="11276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1" baseline="0">
                <a:solidFill>
                  <a:schemeClr val="tx1"/>
                </a:solidFill>
                <a:latin typeface="Arial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Foliennummernplatzhalter 10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035EDBF-F42E-4A47-ACDB-0E72DDFC05E8}" type="slidenum">
              <a:rPr lang="de-DE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620156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folie"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>
            <a:extLst>
              <a:ext uri="{FF2B5EF4-FFF2-40B4-BE49-F238E27FC236}">
                <a16:creationId xmlns:a16="http://schemas.microsoft.com/office/drawing/2014/main" id="{955220B0-981B-4B91-8046-7C7E0856ABD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6000" y="3372107"/>
            <a:ext cx="5368925" cy="1654772"/>
          </a:xfrm>
          <a:prstGeom prst="rect">
            <a:avLst/>
          </a:prstGeom>
        </p:spPr>
        <p:txBody>
          <a:bodyPr lIns="0" tIns="0" rIns="0">
            <a:normAutofit/>
          </a:bodyPr>
          <a:lstStyle>
            <a:lvl1pPr marL="0" indent="0" algn="r">
              <a:lnSpc>
                <a:spcPct val="80000"/>
              </a:lnSpc>
              <a:buNone/>
              <a:defRPr sz="3600" i="1">
                <a:solidFill>
                  <a:srgbClr val="00599C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Titel durch Klicken bearbeiten</a:t>
            </a: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DFEA872E-0143-412F-8A3E-399C96D85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21725" y="6231025"/>
            <a:ext cx="2743200" cy="36512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1600">
                <a:solidFill>
                  <a:srgbClr val="00599C"/>
                </a:solidFill>
              </a:defRPr>
            </a:lvl1pPr>
          </a:lstStyle>
          <a:p>
            <a:fld id="{B21705E7-C58B-41C1-85E5-D48DB982E5E7}" type="datetime1">
              <a:rPr lang="de-DE" smtClean="0"/>
              <a:t>16.07.2026</a:t>
            </a:fld>
            <a:endParaRPr lang="de-DE" dirty="0"/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99ABBF9E-483A-49E3-B63F-F34D49842CF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0" y="5160963"/>
            <a:ext cx="5368925" cy="5524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r">
              <a:buFontTx/>
              <a:buNone/>
              <a:defRPr sz="1600" b="1" i="1" baseline="0">
                <a:solidFill>
                  <a:srgbClr val="575756"/>
                </a:solidFill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 b="1" i="0" baseline="0">
                <a:solidFill>
                  <a:srgbClr val="575756"/>
                </a:solidFill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 b="1" i="0" baseline="0">
                <a:solidFill>
                  <a:srgbClr val="575756"/>
                </a:solidFill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 b="1" i="0" baseline="0">
                <a:solidFill>
                  <a:srgbClr val="575756"/>
                </a:solidFill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 b="1" i="0" baseline="0">
                <a:solidFill>
                  <a:srgbClr val="575756"/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de-DE" dirty="0"/>
              <a:t>Untertitel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40712240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orient="horz" pos="2092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231">
          <p15:clr>
            <a:srgbClr val="FBAE40"/>
          </p15:clr>
        </p15:guide>
        <p15:guide id="4" orient="horz" pos="4085">
          <p15:clr>
            <a:srgbClr val="FBAE40"/>
          </p15:clr>
        </p15:guide>
        <p15:guide id="5" pos="234">
          <p15:clr>
            <a:srgbClr val="FBAE40"/>
          </p15:clr>
        </p15:guide>
        <p15:guide id="6" pos="7222">
          <p15:clr>
            <a:srgbClr val="FBAE40"/>
          </p15:clr>
        </p15:guide>
        <p15:guide id="7" orient="horz" pos="325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3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jpe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13" Type="http://schemas.openxmlformats.org/officeDocument/2006/relationships/image" Target="../media/image5.emf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image" Target="../media/image4.emf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8.xml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C5798B34-4A25-40A0-900B-1450FBA630D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98" b="7798"/>
          <a:stretch/>
        </p:blipFill>
        <p:spPr>
          <a:xfrm>
            <a:off x="4175" y="0"/>
            <a:ext cx="12187825" cy="6858000"/>
          </a:xfrm>
          <a:prstGeom prst="rect">
            <a:avLst/>
          </a:prstGeom>
        </p:spPr>
      </p:pic>
      <p:pic>
        <p:nvPicPr>
          <p:cNvPr id="6" name="Grafik 13">
            <a:extLst>
              <a:ext uri="{FF2B5EF4-FFF2-40B4-BE49-F238E27FC236}">
                <a16:creationId xmlns:a16="http://schemas.microsoft.com/office/drawing/2014/main" id="{DDBD8EDB-F6BF-46C2-A48B-112205C0E366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7295" y="0"/>
            <a:ext cx="7034705" cy="6858000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76DA9497-EC4F-483C-BC2B-4763B264BEA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56716" y="720001"/>
            <a:ext cx="2770887" cy="1424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342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</p:sldLayoutIdLst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i="1" kern="1200" baseline="0">
          <a:solidFill>
            <a:srgbClr val="00599C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31">
          <p15:clr>
            <a:srgbClr val="F26B43"/>
          </p15:clr>
        </p15:guide>
        <p15:guide id="4" orient="horz" pos="4088">
          <p15:clr>
            <a:srgbClr val="F26B43"/>
          </p15:clr>
        </p15:guide>
        <p15:guide id="5" pos="7222">
          <p15:clr>
            <a:srgbClr val="F26B43"/>
          </p15:clr>
        </p15:guide>
        <p15:guide id="6" pos="234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8"/>
          <p:cNvSpPr txBox="1">
            <a:spLocks/>
          </p:cNvSpPr>
          <p:nvPr/>
        </p:nvSpPr>
        <p:spPr>
          <a:xfrm>
            <a:off x="504825" y="6583363"/>
            <a:ext cx="1096963" cy="207962"/>
          </a:xfrm>
          <a:prstGeom prst="rect">
            <a:avLst/>
          </a:prstGeom>
        </p:spPr>
        <p:txBody>
          <a:bodyPr lIns="0" tIns="0" rIns="0" bIns="0"/>
          <a:lstStyle>
            <a:defPPr>
              <a:defRPr lang="de-DE"/>
            </a:defPPr>
            <a:lvl1pPr marL="0" algn="l" defTabSz="457200" rtl="0" eaLnBrk="1" latinLnBrk="0" hangingPunct="1">
              <a:defRPr sz="800" kern="1200">
                <a:solidFill>
                  <a:srgbClr val="005A9B"/>
                </a:solidFill>
                <a:latin typeface="Arial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de-DE" dirty="0"/>
          </a:p>
        </p:txBody>
      </p:sp>
      <p:sp>
        <p:nvSpPr>
          <p:cNvPr id="2052" name="Titelplatzhalter 16"/>
          <p:cNvSpPr>
            <a:spLocks noGrp="1"/>
          </p:cNvSpPr>
          <p:nvPr>
            <p:ph type="title"/>
          </p:nvPr>
        </p:nvSpPr>
        <p:spPr bwMode="auto">
          <a:xfrm>
            <a:off x="393700" y="406400"/>
            <a:ext cx="9753600" cy="328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2053" name="Textplatzhalter 17"/>
          <p:cNvSpPr>
            <a:spLocks noGrp="1"/>
          </p:cNvSpPr>
          <p:nvPr>
            <p:ph type="body" idx="1"/>
          </p:nvPr>
        </p:nvSpPr>
        <p:spPr bwMode="auto">
          <a:xfrm>
            <a:off x="633413" y="1766888"/>
            <a:ext cx="11064875" cy="4741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20" name="Foliennummernplatzhalter 10"/>
          <p:cNvSpPr>
            <a:spLocks noGrp="1"/>
          </p:cNvSpPr>
          <p:nvPr>
            <p:ph type="sldNum" sz="quarter" idx="4"/>
          </p:nvPr>
        </p:nvSpPr>
        <p:spPr>
          <a:xfrm>
            <a:off x="393700" y="6627813"/>
            <a:ext cx="255588" cy="207962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800" baseline="0" smtClean="0">
                <a:solidFill>
                  <a:srgbClr val="005A9B"/>
                </a:solidFill>
                <a:latin typeface="Arial"/>
                <a:ea typeface="+mn-ea"/>
                <a:cs typeface="+mn-cs"/>
              </a:defRPr>
            </a:lvl1pPr>
          </a:lstStyle>
          <a:p>
            <a:pPr>
              <a:defRPr/>
            </a:pPr>
            <a:fld id="{F4603CEF-B396-964A-9571-AA9A38748142}" type="slidenum">
              <a:rPr lang="de-DE"/>
              <a:pPr>
                <a:defRPr/>
              </a:pPr>
              <a:t>‹Nr.›</a:t>
            </a:fld>
            <a:endParaRPr lang="de-DE" dirty="0"/>
          </a:p>
        </p:txBody>
      </p:sp>
      <p:sp>
        <p:nvSpPr>
          <p:cNvPr id="2056" name="Textfeld 13"/>
          <p:cNvSpPr txBox="1">
            <a:spLocks noChangeArrowheads="1"/>
          </p:cNvSpPr>
          <p:nvPr userDrawn="1"/>
        </p:nvSpPr>
        <p:spPr bwMode="auto">
          <a:xfrm>
            <a:off x="633413" y="6627813"/>
            <a:ext cx="8224837" cy="1231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de-DE" sz="800" dirty="0"/>
              <a:t> Technische Hochschule Ingolstadt</a:t>
            </a:r>
          </a:p>
        </p:txBody>
      </p:sp>
      <p:pic>
        <p:nvPicPr>
          <p:cNvPr id="9" name="Bild 6"/>
          <p:cNvPicPr>
            <a:picLocks noChangeAspect="1"/>
          </p:cNvPicPr>
          <p:nvPr userDrawn="1"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78" t="3003" b="83303"/>
          <a:stretch/>
        </p:blipFill>
        <p:spPr>
          <a:xfrm>
            <a:off x="10963703" y="101149"/>
            <a:ext cx="1062681" cy="939113"/>
          </a:xfrm>
          <a:prstGeom prst="rect">
            <a:avLst/>
          </a:prstGeom>
        </p:spPr>
      </p:pic>
      <p:sp>
        <p:nvSpPr>
          <p:cNvPr id="29" name="Freihandform: Form 28">
            <a:extLst>
              <a:ext uri="{FF2B5EF4-FFF2-40B4-BE49-F238E27FC236}">
                <a16:creationId xmlns:a16="http://schemas.microsoft.com/office/drawing/2014/main" id="{74C4E33B-49A6-4300-83A6-C76B1520ABA7}"/>
              </a:ext>
            </a:extLst>
          </p:cNvPr>
          <p:cNvSpPr>
            <a:spLocks noChangeAspect="1" noChangeArrowheads="1" noTextEdit="1"/>
          </p:cNvSpPr>
          <p:nvPr userDrawn="1"/>
        </p:nvSpPr>
        <p:spPr bwMode="auto">
          <a:xfrm>
            <a:off x="1" y="1584325"/>
            <a:ext cx="288925" cy="4997450"/>
          </a:xfrm>
          <a:custGeom>
            <a:avLst/>
            <a:gdLst>
              <a:gd name="connsiteX0" fmla="*/ 0 w 288925"/>
              <a:gd name="connsiteY0" fmla="*/ 0 h 4997450"/>
              <a:gd name="connsiteX1" fmla="*/ 72124 w 288925"/>
              <a:gd name="connsiteY1" fmla="*/ 0 h 4997450"/>
              <a:gd name="connsiteX2" fmla="*/ 288925 w 288925"/>
              <a:gd name="connsiteY2" fmla="*/ 216575 h 4997450"/>
              <a:gd name="connsiteX3" fmla="*/ 288925 w 288925"/>
              <a:gd name="connsiteY3" fmla="*/ 4961195 h 4997450"/>
              <a:gd name="connsiteX4" fmla="*/ 252632 w 288925"/>
              <a:gd name="connsiteY4" fmla="*/ 4997450 h 4997450"/>
              <a:gd name="connsiteX5" fmla="*/ 0 w 288925"/>
              <a:gd name="connsiteY5" fmla="*/ 4997450 h 4997450"/>
              <a:gd name="connsiteX6" fmla="*/ 0 w 288925"/>
              <a:gd name="connsiteY6" fmla="*/ 0 h 4997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88925" h="4997450">
                <a:moveTo>
                  <a:pt x="0" y="0"/>
                </a:moveTo>
                <a:lnTo>
                  <a:pt x="72124" y="0"/>
                </a:lnTo>
                <a:cubicBezTo>
                  <a:pt x="288925" y="0"/>
                  <a:pt x="288925" y="216575"/>
                  <a:pt x="288925" y="216575"/>
                </a:cubicBezTo>
                <a:lnTo>
                  <a:pt x="288925" y="4961195"/>
                </a:lnTo>
                <a:cubicBezTo>
                  <a:pt x="288925" y="4997450"/>
                  <a:pt x="252632" y="4997450"/>
                  <a:pt x="252632" y="4997450"/>
                </a:cubicBezTo>
                <a:lnTo>
                  <a:pt x="0" y="4997450"/>
                </a:lnTo>
                <a:lnTo>
                  <a:pt x="0" y="0"/>
                </a:lnTo>
                <a:close/>
              </a:path>
            </a:pathLst>
          </a:custGeom>
          <a:solidFill>
            <a:srgbClr val="D7D7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de-DE"/>
          </a:p>
        </p:txBody>
      </p:sp>
      <p:sp>
        <p:nvSpPr>
          <p:cNvPr id="28" name="Freihandform: Form 27">
            <a:extLst>
              <a:ext uri="{FF2B5EF4-FFF2-40B4-BE49-F238E27FC236}">
                <a16:creationId xmlns:a16="http://schemas.microsoft.com/office/drawing/2014/main" id="{0B9A292F-0451-4569-B1A0-1D585F680152}"/>
              </a:ext>
            </a:extLst>
          </p:cNvPr>
          <p:cNvSpPr>
            <a:spLocks noChangeAspect="1" noChangeArrowheads="1" noTextEdit="1"/>
          </p:cNvSpPr>
          <p:nvPr userDrawn="1"/>
        </p:nvSpPr>
        <p:spPr bwMode="auto">
          <a:xfrm>
            <a:off x="0" y="0"/>
            <a:ext cx="438150" cy="6858000"/>
          </a:xfrm>
          <a:custGeom>
            <a:avLst/>
            <a:gdLst>
              <a:gd name="connsiteX0" fmla="*/ 0 w 438150"/>
              <a:gd name="connsiteY0" fmla="*/ 0 h 6858000"/>
              <a:gd name="connsiteX1" fmla="*/ 438150 w 438150"/>
              <a:gd name="connsiteY1" fmla="*/ 0 h 6858000"/>
              <a:gd name="connsiteX2" fmla="*/ 438150 w 438150"/>
              <a:gd name="connsiteY2" fmla="*/ 6858000 h 6858000"/>
              <a:gd name="connsiteX3" fmla="*/ 0 w 438150"/>
              <a:gd name="connsiteY3" fmla="*/ 6858000 h 6858000"/>
              <a:gd name="connsiteX4" fmla="*/ 0 w 438150"/>
              <a:gd name="connsiteY4" fmla="*/ 6581775 h 6858000"/>
              <a:gd name="connsiteX5" fmla="*/ 252632 w 438150"/>
              <a:gd name="connsiteY5" fmla="*/ 6581775 h 6858000"/>
              <a:gd name="connsiteX6" fmla="*/ 288925 w 438150"/>
              <a:gd name="connsiteY6" fmla="*/ 6545520 h 6858000"/>
              <a:gd name="connsiteX7" fmla="*/ 288925 w 438150"/>
              <a:gd name="connsiteY7" fmla="*/ 1800900 h 6858000"/>
              <a:gd name="connsiteX8" fmla="*/ 72124 w 438150"/>
              <a:gd name="connsiteY8" fmla="*/ 1584325 h 6858000"/>
              <a:gd name="connsiteX9" fmla="*/ 0 w 438150"/>
              <a:gd name="connsiteY9" fmla="*/ 1584325 h 6858000"/>
              <a:gd name="connsiteX10" fmla="*/ 0 w 438150"/>
              <a:gd name="connsiteY10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38150" h="6858000">
                <a:moveTo>
                  <a:pt x="0" y="0"/>
                </a:moveTo>
                <a:lnTo>
                  <a:pt x="438150" y="0"/>
                </a:lnTo>
                <a:lnTo>
                  <a:pt x="438150" y="6858000"/>
                </a:lnTo>
                <a:lnTo>
                  <a:pt x="0" y="6858000"/>
                </a:lnTo>
                <a:lnTo>
                  <a:pt x="0" y="6581775"/>
                </a:lnTo>
                <a:lnTo>
                  <a:pt x="252632" y="6581775"/>
                </a:lnTo>
                <a:cubicBezTo>
                  <a:pt x="252632" y="6581775"/>
                  <a:pt x="288925" y="6581775"/>
                  <a:pt x="288925" y="6545520"/>
                </a:cubicBezTo>
                <a:lnTo>
                  <a:pt x="288925" y="1800900"/>
                </a:lnTo>
                <a:cubicBezTo>
                  <a:pt x="288925" y="1800900"/>
                  <a:pt x="288925" y="1584325"/>
                  <a:pt x="72124" y="1584325"/>
                </a:cubicBezTo>
                <a:lnTo>
                  <a:pt x="0" y="1584325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de-DE"/>
          </a:p>
        </p:txBody>
      </p:sp>
      <p:sp>
        <p:nvSpPr>
          <p:cNvPr id="27" name="Freihandform: Form 26">
            <a:extLst>
              <a:ext uri="{FF2B5EF4-FFF2-40B4-BE49-F238E27FC236}">
                <a16:creationId xmlns:a16="http://schemas.microsoft.com/office/drawing/2014/main" id="{152EDF18-C2BE-4416-B697-E7527905AE10}"/>
              </a:ext>
            </a:extLst>
          </p:cNvPr>
          <p:cNvSpPr>
            <a:spLocks noChangeAspect="1" noChangeArrowheads="1" noTextEdit="1"/>
          </p:cNvSpPr>
          <p:nvPr userDrawn="1"/>
        </p:nvSpPr>
        <p:spPr bwMode="auto">
          <a:xfrm>
            <a:off x="-1717675" y="1584325"/>
            <a:ext cx="1717675" cy="4997450"/>
          </a:xfrm>
          <a:custGeom>
            <a:avLst/>
            <a:gdLst>
              <a:gd name="connsiteX0" fmla="*/ 36293 w 1717675"/>
              <a:gd name="connsiteY0" fmla="*/ 0 h 4997450"/>
              <a:gd name="connsiteX1" fmla="*/ 1717675 w 1717675"/>
              <a:gd name="connsiteY1" fmla="*/ 0 h 4997450"/>
              <a:gd name="connsiteX2" fmla="*/ 1717675 w 1717675"/>
              <a:gd name="connsiteY2" fmla="*/ 4997450 h 4997450"/>
              <a:gd name="connsiteX3" fmla="*/ 216801 w 1717675"/>
              <a:gd name="connsiteY3" fmla="*/ 4997450 h 4997450"/>
              <a:gd name="connsiteX4" fmla="*/ 0 w 1717675"/>
              <a:gd name="connsiteY4" fmla="*/ 4781829 h 4997450"/>
              <a:gd name="connsiteX5" fmla="*/ 0 w 1717675"/>
              <a:gd name="connsiteY5" fmla="*/ 36255 h 4997450"/>
              <a:gd name="connsiteX6" fmla="*/ 36293 w 1717675"/>
              <a:gd name="connsiteY6" fmla="*/ 0 h 4997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7675" h="4997450">
                <a:moveTo>
                  <a:pt x="36293" y="0"/>
                </a:moveTo>
                <a:lnTo>
                  <a:pt x="1717675" y="0"/>
                </a:lnTo>
                <a:lnTo>
                  <a:pt x="1717675" y="4997450"/>
                </a:lnTo>
                <a:lnTo>
                  <a:pt x="216801" y="4997450"/>
                </a:lnTo>
                <a:cubicBezTo>
                  <a:pt x="0" y="4997450"/>
                  <a:pt x="0" y="4781829"/>
                  <a:pt x="0" y="4781829"/>
                </a:cubicBezTo>
                <a:lnTo>
                  <a:pt x="0" y="36255"/>
                </a:lnTo>
                <a:cubicBezTo>
                  <a:pt x="0" y="0"/>
                  <a:pt x="36293" y="0"/>
                  <a:pt x="36293" y="0"/>
                </a:cubicBezTo>
                <a:close/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5726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86" r:id="rId10"/>
  </p:sldLayoutIdLst>
  <p:hf sldNum="0" hdr="0" ftr="0"/>
  <p:txStyles>
    <p:titleStyle>
      <a:lvl1pPr algn="l" defTabSz="457200" rtl="0" fontAlgn="base">
        <a:spcBef>
          <a:spcPct val="0"/>
        </a:spcBef>
        <a:spcAft>
          <a:spcPct val="0"/>
        </a:spcAft>
        <a:defRPr sz="2200" i="1">
          <a:solidFill>
            <a:schemeClr val="tx1"/>
          </a:solidFill>
          <a:latin typeface="+mj-lt"/>
          <a:ea typeface="ＭＳ Ｐゴシック" charset="0"/>
          <a:cs typeface="ＭＳ Ｐゴシック" charset="0"/>
        </a:defRPr>
      </a:lvl1pPr>
      <a:lvl2pPr algn="l" defTabSz="457200" rtl="0" fontAlgn="base">
        <a:spcBef>
          <a:spcPct val="0"/>
        </a:spcBef>
        <a:spcAft>
          <a:spcPct val="0"/>
        </a:spcAft>
        <a:defRPr sz="2200" i="1">
          <a:solidFill>
            <a:schemeClr val="tx1"/>
          </a:solidFill>
          <a:latin typeface="Arial" charset="0"/>
          <a:ea typeface="ＭＳ Ｐゴシック" charset="0"/>
          <a:cs typeface="ＭＳ Ｐゴシック" charset="0"/>
        </a:defRPr>
      </a:lvl2pPr>
      <a:lvl3pPr algn="l" defTabSz="457200" rtl="0" fontAlgn="base">
        <a:spcBef>
          <a:spcPct val="0"/>
        </a:spcBef>
        <a:spcAft>
          <a:spcPct val="0"/>
        </a:spcAft>
        <a:defRPr sz="2200" i="1">
          <a:solidFill>
            <a:schemeClr val="tx1"/>
          </a:solidFill>
          <a:latin typeface="Arial" charset="0"/>
          <a:ea typeface="ＭＳ Ｐゴシック" charset="0"/>
          <a:cs typeface="ＭＳ Ｐゴシック" charset="0"/>
        </a:defRPr>
      </a:lvl3pPr>
      <a:lvl4pPr algn="l" defTabSz="457200" rtl="0" fontAlgn="base">
        <a:spcBef>
          <a:spcPct val="0"/>
        </a:spcBef>
        <a:spcAft>
          <a:spcPct val="0"/>
        </a:spcAft>
        <a:defRPr sz="2200" i="1">
          <a:solidFill>
            <a:schemeClr val="tx1"/>
          </a:solidFill>
          <a:latin typeface="Arial" charset="0"/>
          <a:ea typeface="ＭＳ Ｐゴシック" charset="0"/>
          <a:cs typeface="ＭＳ Ｐゴシック" charset="0"/>
        </a:defRPr>
      </a:lvl4pPr>
      <a:lvl5pPr algn="l" defTabSz="457200" rtl="0" fontAlgn="base">
        <a:spcBef>
          <a:spcPct val="0"/>
        </a:spcBef>
        <a:spcAft>
          <a:spcPct val="0"/>
        </a:spcAft>
        <a:defRPr sz="2200" i="1">
          <a:solidFill>
            <a:schemeClr val="tx1"/>
          </a:solidFill>
          <a:latin typeface="Arial" charset="0"/>
          <a:ea typeface="ＭＳ Ｐゴシック" charset="0"/>
          <a:cs typeface="ＭＳ Ｐゴシック" charset="0"/>
        </a:defRPr>
      </a:lvl5pPr>
      <a:lvl6pPr marL="457200" algn="l" defTabSz="457200" rtl="0" fontAlgn="base">
        <a:spcBef>
          <a:spcPct val="0"/>
        </a:spcBef>
        <a:spcAft>
          <a:spcPct val="0"/>
        </a:spcAft>
        <a:defRPr sz="2200" i="1">
          <a:solidFill>
            <a:schemeClr val="tx1"/>
          </a:solidFill>
          <a:latin typeface="Arial" charset="0"/>
          <a:ea typeface="ＭＳ Ｐゴシック" charset="0"/>
          <a:cs typeface="ＭＳ Ｐゴシック" charset="0"/>
        </a:defRPr>
      </a:lvl6pPr>
      <a:lvl7pPr marL="914400" algn="l" defTabSz="457200" rtl="0" fontAlgn="base">
        <a:spcBef>
          <a:spcPct val="0"/>
        </a:spcBef>
        <a:spcAft>
          <a:spcPct val="0"/>
        </a:spcAft>
        <a:defRPr sz="2200" i="1">
          <a:solidFill>
            <a:schemeClr val="tx1"/>
          </a:solidFill>
          <a:latin typeface="Arial" charset="0"/>
          <a:ea typeface="ＭＳ Ｐゴシック" charset="0"/>
          <a:cs typeface="ＭＳ Ｐゴシック" charset="0"/>
        </a:defRPr>
      </a:lvl7pPr>
      <a:lvl8pPr marL="1371600" algn="l" defTabSz="457200" rtl="0" fontAlgn="base">
        <a:spcBef>
          <a:spcPct val="0"/>
        </a:spcBef>
        <a:spcAft>
          <a:spcPct val="0"/>
        </a:spcAft>
        <a:defRPr sz="2200" i="1">
          <a:solidFill>
            <a:schemeClr val="tx1"/>
          </a:solidFill>
          <a:latin typeface="Arial" charset="0"/>
          <a:ea typeface="ＭＳ Ｐゴシック" charset="0"/>
          <a:cs typeface="ＭＳ Ｐゴシック" charset="0"/>
        </a:defRPr>
      </a:lvl8pPr>
      <a:lvl9pPr marL="1828800" algn="l" defTabSz="457200" rtl="0" fontAlgn="base">
        <a:spcBef>
          <a:spcPct val="0"/>
        </a:spcBef>
        <a:spcAft>
          <a:spcPct val="0"/>
        </a:spcAft>
        <a:defRPr sz="2200" i="1">
          <a:solidFill>
            <a:schemeClr val="tx1"/>
          </a:solidFill>
          <a:latin typeface="Arial" charset="0"/>
          <a:ea typeface="ＭＳ Ｐゴシック" charset="0"/>
          <a:cs typeface="ＭＳ Ｐゴシック" charset="0"/>
        </a:defRPr>
      </a:lvl9pPr>
    </p:titleStyle>
    <p:bodyStyle>
      <a:lvl1pPr indent="358775" algn="l" defTabSz="457200" rtl="0" fontAlgn="base">
        <a:lnSpc>
          <a:spcPct val="150000"/>
        </a:lnSpc>
        <a:spcBef>
          <a:spcPct val="0"/>
        </a:spcBef>
        <a:spcAft>
          <a:spcPct val="0"/>
        </a:spcAft>
        <a:buSzPct val="100000"/>
        <a:buBlip>
          <a:blip r:embed="rId13"/>
        </a:buBlip>
        <a:defRPr b="1">
          <a:solidFill>
            <a:schemeClr val="tx1"/>
          </a:solidFill>
          <a:latin typeface="+mn-lt"/>
          <a:ea typeface="ＭＳ Ｐゴシック" charset="0"/>
          <a:cs typeface="ＭＳ Ｐゴシック" charset="0"/>
        </a:defRPr>
      </a:lvl1pPr>
      <a:lvl2pPr marL="358775" indent="358775" algn="l" defTabSz="457200" rtl="0" fontAlgn="base">
        <a:lnSpc>
          <a:spcPct val="150000"/>
        </a:lnSpc>
        <a:spcBef>
          <a:spcPct val="0"/>
        </a:spcBef>
        <a:spcAft>
          <a:spcPct val="0"/>
        </a:spcAft>
        <a:buSzPct val="100000"/>
        <a:buBlip>
          <a:blip r:embed="rId13"/>
        </a:buBlip>
        <a:defRPr>
          <a:solidFill>
            <a:schemeClr val="tx1"/>
          </a:solidFill>
          <a:latin typeface="+mn-lt"/>
          <a:ea typeface="ＭＳ Ｐゴシック" charset="0"/>
          <a:cs typeface="+mn-cs"/>
        </a:defRPr>
      </a:lvl2pPr>
      <a:lvl3pPr marL="719138" indent="358775" algn="l" defTabSz="457200" rtl="0" fontAlgn="base">
        <a:lnSpc>
          <a:spcPct val="150000"/>
        </a:lnSpc>
        <a:spcBef>
          <a:spcPct val="0"/>
        </a:spcBef>
        <a:spcAft>
          <a:spcPct val="0"/>
        </a:spcAft>
        <a:buSzPct val="100000"/>
        <a:buBlip>
          <a:blip r:embed="rId13"/>
        </a:buBlip>
        <a:defRPr>
          <a:solidFill>
            <a:schemeClr val="tx1"/>
          </a:solidFill>
          <a:latin typeface="+mn-lt"/>
          <a:ea typeface="ＭＳ Ｐゴシック" charset="0"/>
          <a:cs typeface="+mn-cs"/>
        </a:defRPr>
      </a:lvl3pPr>
      <a:lvl4pPr marL="1079500" indent="358775" algn="l" defTabSz="457200" rtl="0" fontAlgn="base">
        <a:lnSpc>
          <a:spcPct val="150000"/>
        </a:lnSpc>
        <a:spcBef>
          <a:spcPct val="0"/>
        </a:spcBef>
        <a:spcAft>
          <a:spcPct val="0"/>
        </a:spcAft>
        <a:buSzPct val="100000"/>
        <a:buBlip>
          <a:blip r:embed="rId13"/>
        </a:buBlip>
        <a:defRPr>
          <a:solidFill>
            <a:schemeClr val="tx1"/>
          </a:solidFill>
          <a:latin typeface="+mn-lt"/>
          <a:ea typeface="ＭＳ Ｐゴシック" charset="0"/>
          <a:cs typeface="+mn-cs"/>
        </a:defRPr>
      </a:lvl4pPr>
      <a:lvl5pPr marL="1439863" indent="358775" algn="l" defTabSz="457200" rtl="0" fontAlgn="base">
        <a:lnSpc>
          <a:spcPct val="150000"/>
        </a:lnSpc>
        <a:spcBef>
          <a:spcPct val="0"/>
        </a:spcBef>
        <a:spcAft>
          <a:spcPct val="0"/>
        </a:spcAft>
        <a:buSzPct val="100000"/>
        <a:buBlip>
          <a:blip r:embed="rId13"/>
        </a:buBlip>
        <a:defRPr>
          <a:solidFill>
            <a:schemeClr val="tx1"/>
          </a:solidFill>
          <a:latin typeface="+mn-lt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tif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arallelogramm 4">
            <a:extLst>
              <a:ext uri="{FF2B5EF4-FFF2-40B4-BE49-F238E27FC236}">
                <a16:creationId xmlns:a16="http://schemas.microsoft.com/office/drawing/2014/main" id="{A2A73B90-07A7-8E8B-CEBC-BEB95963B901}"/>
              </a:ext>
            </a:extLst>
          </p:cNvPr>
          <p:cNvSpPr/>
          <p:nvPr/>
        </p:nvSpPr>
        <p:spPr>
          <a:xfrm>
            <a:off x="6169511" y="0"/>
            <a:ext cx="7828155" cy="6858000"/>
          </a:xfrm>
          <a:prstGeom prst="parallelogram">
            <a:avLst/>
          </a:prstGeom>
          <a:solidFill>
            <a:schemeClr val="bg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Untertitel 1"/>
          <p:cNvSpPr>
            <a:spLocks noGrp="1"/>
          </p:cNvSpPr>
          <p:nvPr>
            <p:ph type="subTitle" idx="1"/>
          </p:nvPr>
        </p:nvSpPr>
        <p:spPr>
          <a:xfrm>
            <a:off x="6657459" y="3640433"/>
            <a:ext cx="5368925" cy="1002918"/>
          </a:xfrm>
        </p:spPr>
        <p:txBody>
          <a:bodyPr>
            <a:normAutofit/>
          </a:bodyPr>
          <a:lstStyle/>
          <a:p>
            <a:r>
              <a:rPr lang="de-DE" dirty="0" err="1"/>
              <a:t>ClusterIt</a:t>
            </a:r>
            <a:r>
              <a:rPr lang="de-DE" dirty="0"/>
              <a:t>!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D0ED03-C43A-4599-9C3E-0C076A417A3C}" type="datetime1">
              <a:rPr lang="de-DE" smtClean="0"/>
              <a:t>16.07.2026</a:t>
            </a:fld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Unsere Namen</a:t>
            </a:r>
          </a:p>
        </p:txBody>
      </p:sp>
      <p:pic>
        <p:nvPicPr>
          <p:cNvPr id="6" name="Bild 6">
            <a:extLst>
              <a:ext uri="{FF2B5EF4-FFF2-40B4-BE49-F238E27FC236}">
                <a16:creationId xmlns:a16="http://schemas.microsoft.com/office/drawing/2014/main" id="{77C8A103-0E57-DFC5-7677-C86D76011D2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78" t="3003" b="83303"/>
          <a:stretch/>
        </p:blipFill>
        <p:spPr>
          <a:xfrm>
            <a:off x="10963703" y="101149"/>
            <a:ext cx="1062681" cy="939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597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8D772-2DC1-0F51-C031-019E53129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4A5973A-F00B-E220-2127-51B8ECE4C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9930" y="3265200"/>
            <a:ext cx="6976095" cy="327600"/>
          </a:xfrm>
        </p:spPr>
        <p:txBody>
          <a:bodyPr>
            <a:noAutofit/>
          </a:bodyPr>
          <a:lstStyle/>
          <a:p>
            <a:r>
              <a:rPr lang="de-DE" sz="4400" dirty="0"/>
              <a:t>Informatische Grundlagen</a:t>
            </a:r>
          </a:p>
        </p:txBody>
      </p:sp>
    </p:spTree>
    <p:extLst>
      <p:ext uri="{BB962C8B-B14F-4D97-AF65-F5344CB8AC3E}">
        <p14:creationId xmlns:p14="http://schemas.microsoft.com/office/powerpoint/2010/main" val="7724792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036FE-7964-1329-D263-064037115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8A96AB7F-AC03-E9A6-2C51-6BBDCE09BEC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32884" y="1614488"/>
            <a:ext cx="11063816" cy="4741200"/>
          </a:xfrm>
        </p:spPr>
        <p:txBody>
          <a:bodyPr/>
          <a:lstStyle/>
          <a:p>
            <a:r>
              <a:rPr lang="de-DE" b="0" dirty="0"/>
              <a:t>Untersuchung von Struktur, Verteilung und Auffälligkeiten</a:t>
            </a:r>
          </a:p>
          <a:p>
            <a:r>
              <a:rPr lang="de-DE" b="0" dirty="0"/>
              <a:t>Erkennen von Ausreißern und Zusammenhängen</a:t>
            </a:r>
          </a:p>
          <a:p>
            <a:r>
              <a:rPr lang="de-DE" b="0" dirty="0"/>
              <a:t>Grundlage für die Wahl geeigneter Analysemethoden</a:t>
            </a:r>
          </a:p>
          <a:p>
            <a:endParaRPr lang="de-DE" b="0" dirty="0"/>
          </a:p>
          <a:p>
            <a:endParaRPr lang="de-DE" b="0" dirty="0"/>
          </a:p>
          <a:p>
            <a:r>
              <a:rPr lang="de-DE" b="0" dirty="0"/>
              <a:t>Unüberwachtes Verfahren des maschinellen Lernens</a:t>
            </a:r>
          </a:p>
          <a:p>
            <a:r>
              <a:rPr lang="de-DE" b="0" dirty="0"/>
              <a:t>Gruppiert ähnliche Gene/Patienten in Cluster</a:t>
            </a:r>
          </a:p>
          <a:p>
            <a:r>
              <a:rPr lang="de-DE" b="0" dirty="0"/>
              <a:t>Identifiziert unbekannte Muster in Datensatz</a:t>
            </a:r>
          </a:p>
          <a:p>
            <a:r>
              <a:rPr lang="de-DE" b="0" dirty="0"/>
              <a:t>Grundlage für Visualisierung und biologische Interpretation</a:t>
            </a:r>
          </a:p>
          <a:p>
            <a:endParaRPr lang="de-DE" b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3EA96AD-F257-565F-D808-9BF27CED6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Informatische Grundlagen</a:t>
            </a:r>
          </a:p>
        </p:txBody>
      </p:sp>
      <p:sp>
        <p:nvSpPr>
          <p:cNvPr id="5" name="Untertitel 3">
            <a:extLst>
              <a:ext uri="{FF2B5EF4-FFF2-40B4-BE49-F238E27FC236}">
                <a16:creationId xmlns:a16="http://schemas.microsoft.com/office/drawing/2014/main" id="{0FBE5F1D-73A7-3531-9154-C8001BC214E2}"/>
              </a:ext>
            </a:extLst>
          </p:cNvPr>
          <p:cNvSpPr txBox="1">
            <a:spLocks/>
          </p:cNvSpPr>
          <p:nvPr/>
        </p:nvSpPr>
        <p:spPr bwMode="auto">
          <a:xfrm>
            <a:off x="393600" y="1272434"/>
            <a:ext cx="9753600" cy="3420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457200" rt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  <a:buNone/>
              <a:defRPr sz="1600" b="0" i="1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457200" indent="0" algn="ctr" defTabSz="457200" rt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  <a:buNone/>
              <a:defRPr>
                <a:solidFill>
                  <a:schemeClr val="tx1">
                    <a:tint val="75000"/>
                  </a:schemeClr>
                </a:solidFill>
                <a:latin typeface="+mn-lt"/>
                <a:ea typeface="ＭＳ Ｐゴシック" charset="0"/>
                <a:cs typeface="+mn-cs"/>
              </a:defRPr>
            </a:lvl2pPr>
            <a:lvl3pPr marL="914400" indent="0" algn="ctr" defTabSz="457200" rt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  <a:buNone/>
              <a:defRPr>
                <a:solidFill>
                  <a:schemeClr val="tx1">
                    <a:tint val="75000"/>
                  </a:schemeClr>
                </a:solidFill>
                <a:latin typeface="+mn-lt"/>
                <a:ea typeface="ＭＳ Ｐゴシック" charset="0"/>
                <a:cs typeface="+mn-cs"/>
              </a:defRPr>
            </a:lvl3pPr>
            <a:lvl4pPr marL="1371600" indent="0" algn="ctr" defTabSz="457200" rt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  <a:buNone/>
              <a:defRPr>
                <a:solidFill>
                  <a:schemeClr val="tx1">
                    <a:tint val="75000"/>
                  </a:schemeClr>
                </a:solidFill>
                <a:latin typeface="+mn-lt"/>
                <a:ea typeface="ＭＳ Ｐゴシック" charset="0"/>
                <a:cs typeface="+mn-cs"/>
              </a:defRPr>
            </a:lvl4pPr>
            <a:lvl5pPr marL="1828800" indent="0" algn="ctr" defTabSz="457200" rt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  <a:buNone/>
              <a:defRPr>
                <a:solidFill>
                  <a:schemeClr val="tx1">
                    <a:tint val="75000"/>
                  </a:schemeClr>
                </a:solidFill>
                <a:latin typeface="+mn-lt"/>
                <a:ea typeface="ＭＳ Ｐゴシック" charset="0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800" b="1" kern="0" dirty="0"/>
              <a:t>Explorative Datenanalyse</a:t>
            </a:r>
          </a:p>
        </p:txBody>
      </p:sp>
      <p:sp>
        <p:nvSpPr>
          <p:cNvPr id="7" name="Untertitel 3">
            <a:extLst>
              <a:ext uri="{FF2B5EF4-FFF2-40B4-BE49-F238E27FC236}">
                <a16:creationId xmlns:a16="http://schemas.microsoft.com/office/drawing/2014/main" id="{92AB88A6-71B7-818F-054E-4E566EAC733D}"/>
              </a:ext>
            </a:extLst>
          </p:cNvPr>
          <p:cNvSpPr txBox="1">
            <a:spLocks/>
          </p:cNvSpPr>
          <p:nvPr/>
        </p:nvSpPr>
        <p:spPr bwMode="auto">
          <a:xfrm>
            <a:off x="393600" y="3319644"/>
            <a:ext cx="9753600" cy="3420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457200" rt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  <a:buNone/>
              <a:defRPr sz="1600" b="0" i="1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457200" indent="0" algn="ctr" defTabSz="457200" rt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  <a:buNone/>
              <a:defRPr>
                <a:solidFill>
                  <a:schemeClr val="tx1">
                    <a:tint val="75000"/>
                  </a:schemeClr>
                </a:solidFill>
                <a:latin typeface="+mn-lt"/>
                <a:ea typeface="ＭＳ Ｐゴシック" charset="0"/>
                <a:cs typeface="+mn-cs"/>
              </a:defRPr>
            </a:lvl2pPr>
            <a:lvl3pPr marL="914400" indent="0" algn="ctr" defTabSz="457200" rt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  <a:buNone/>
              <a:defRPr>
                <a:solidFill>
                  <a:schemeClr val="tx1">
                    <a:tint val="75000"/>
                  </a:schemeClr>
                </a:solidFill>
                <a:latin typeface="+mn-lt"/>
                <a:ea typeface="ＭＳ Ｐゴシック" charset="0"/>
                <a:cs typeface="+mn-cs"/>
              </a:defRPr>
            </a:lvl3pPr>
            <a:lvl4pPr marL="1371600" indent="0" algn="ctr" defTabSz="457200" rt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  <a:buNone/>
              <a:defRPr>
                <a:solidFill>
                  <a:schemeClr val="tx1">
                    <a:tint val="75000"/>
                  </a:schemeClr>
                </a:solidFill>
                <a:latin typeface="+mn-lt"/>
                <a:ea typeface="ＭＳ Ｐゴシック" charset="0"/>
                <a:cs typeface="+mn-cs"/>
              </a:defRPr>
            </a:lvl4pPr>
            <a:lvl5pPr marL="1828800" indent="0" algn="ctr" defTabSz="457200" rt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  <a:buNone/>
              <a:defRPr>
                <a:solidFill>
                  <a:schemeClr val="tx1">
                    <a:tint val="75000"/>
                  </a:schemeClr>
                </a:solidFill>
                <a:latin typeface="+mn-lt"/>
                <a:ea typeface="ＭＳ Ｐゴシック" charset="0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800" b="1" kern="0" dirty="0"/>
              <a:t>Clustering</a:t>
            </a:r>
          </a:p>
        </p:txBody>
      </p:sp>
    </p:spTree>
    <p:extLst>
      <p:ext uri="{BB962C8B-B14F-4D97-AF65-F5344CB8AC3E}">
        <p14:creationId xmlns:p14="http://schemas.microsoft.com/office/powerpoint/2010/main" val="3884564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1CF2CBD-C9A1-FB54-C44F-01C167086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875" y="3265200"/>
            <a:ext cx="4782249" cy="327600"/>
          </a:xfrm>
        </p:spPr>
        <p:txBody>
          <a:bodyPr>
            <a:noAutofit/>
          </a:bodyPr>
          <a:lstStyle/>
          <a:p>
            <a:r>
              <a:rPr lang="de-DE" sz="4400" dirty="0"/>
              <a:t>Datenvorbereitung</a:t>
            </a:r>
          </a:p>
        </p:txBody>
      </p:sp>
    </p:spTree>
    <p:extLst>
      <p:ext uri="{BB962C8B-B14F-4D97-AF65-F5344CB8AC3E}">
        <p14:creationId xmlns:p14="http://schemas.microsoft.com/office/powerpoint/2010/main" val="41274781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512C8-9580-82BA-152C-A3CE53E47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B1FE67CC-CB29-E4F8-1400-1124EE92BAA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64092" y="1140035"/>
            <a:ext cx="11063816" cy="4741200"/>
          </a:xfrm>
        </p:spPr>
        <p:txBody>
          <a:bodyPr/>
          <a:lstStyle/>
          <a:p>
            <a:pPr indent="0">
              <a:buNone/>
            </a:pPr>
            <a:r>
              <a:rPr lang="de-DE" i="1" dirty="0"/>
              <a:t>Ziel:</a:t>
            </a:r>
            <a:r>
              <a:rPr lang="de-DE" b="0" dirty="0"/>
              <a:t> Eine konsistente Datenstruktur für die Normalisierung und Clusteranalyse sicherzustellen</a:t>
            </a:r>
          </a:p>
          <a:p>
            <a:endParaRPr lang="de-DE" b="0" dirty="0"/>
          </a:p>
          <a:p>
            <a:pPr indent="0">
              <a:buNone/>
            </a:pPr>
            <a:endParaRPr lang="de-DE" b="0" dirty="0"/>
          </a:p>
          <a:p>
            <a:r>
              <a:rPr lang="de-DE" b="0" dirty="0"/>
              <a:t>Mindestanzahl an Zeilen</a:t>
            </a:r>
          </a:p>
          <a:p>
            <a:r>
              <a:rPr lang="de-DE" b="0" dirty="0"/>
              <a:t>Zahlen kleiner als -1 </a:t>
            </a:r>
          </a:p>
          <a:p>
            <a:r>
              <a:rPr lang="de-DE" b="0" dirty="0"/>
              <a:t>Unendliche Werte (sehr unwahrscheinlich)</a:t>
            </a:r>
          </a:p>
          <a:p>
            <a:endParaRPr lang="de-DE" b="0" dirty="0"/>
          </a:p>
          <a:p>
            <a:endParaRPr lang="de-DE" b="0" dirty="0"/>
          </a:p>
          <a:p>
            <a:r>
              <a:rPr lang="de-DE" b="0" dirty="0"/>
              <a:t>In Matrix umwandeln</a:t>
            </a:r>
          </a:p>
          <a:p>
            <a:r>
              <a:rPr lang="de-DE" b="0" dirty="0"/>
              <a:t>Alle Werte auf numerisch stellen</a:t>
            </a:r>
          </a:p>
          <a:p>
            <a:r>
              <a:rPr lang="de-DE" b="0" dirty="0"/>
              <a:t>NA-Werte ersetzen per Mittelwert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25F0311-C6B7-2E81-9F58-504EB5933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Datenvorbereitung</a:t>
            </a:r>
          </a:p>
        </p:txBody>
      </p:sp>
      <p:sp>
        <p:nvSpPr>
          <p:cNvPr id="8" name="Untertitel 7">
            <a:extLst>
              <a:ext uri="{FF2B5EF4-FFF2-40B4-BE49-F238E27FC236}">
                <a16:creationId xmlns:a16="http://schemas.microsoft.com/office/drawing/2014/main" id="{1B41D364-617C-DC13-40E0-E861A2FD0C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3600" y="1968166"/>
            <a:ext cx="9753600" cy="342054"/>
          </a:xfrm>
        </p:spPr>
        <p:txBody>
          <a:bodyPr>
            <a:normAutofit lnSpcReduction="10000"/>
          </a:bodyPr>
          <a:lstStyle/>
          <a:p>
            <a:r>
              <a:rPr lang="de-DE" sz="1800" b="1" dirty="0"/>
              <a:t>Datensatz wird überprüft auf:</a:t>
            </a:r>
          </a:p>
        </p:txBody>
      </p:sp>
      <p:sp>
        <p:nvSpPr>
          <p:cNvPr id="9" name="Untertitel 7">
            <a:extLst>
              <a:ext uri="{FF2B5EF4-FFF2-40B4-BE49-F238E27FC236}">
                <a16:creationId xmlns:a16="http://schemas.microsoft.com/office/drawing/2014/main" id="{7B8B8338-4EBE-8666-7D3E-CA2C140CD242}"/>
              </a:ext>
            </a:extLst>
          </p:cNvPr>
          <p:cNvSpPr txBox="1">
            <a:spLocks/>
          </p:cNvSpPr>
          <p:nvPr/>
        </p:nvSpPr>
        <p:spPr bwMode="auto">
          <a:xfrm>
            <a:off x="393600" y="4098699"/>
            <a:ext cx="9753600" cy="3420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457200" rt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  <a:buNone/>
              <a:defRPr sz="1600" b="0" i="1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457200" indent="0" algn="ctr" defTabSz="457200" rt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  <a:buNone/>
              <a:defRPr>
                <a:solidFill>
                  <a:schemeClr val="tx1">
                    <a:tint val="75000"/>
                  </a:schemeClr>
                </a:solidFill>
                <a:latin typeface="+mn-lt"/>
                <a:ea typeface="ＭＳ Ｐゴシック" charset="0"/>
                <a:cs typeface="+mn-cs"/>
              </a:defRPr>
            </a:lvl2pPr>
            <a:lvl3pPr marL="914400" indent="0" algn="ctr" defTabSz="457200" rt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  <a:buNone/>
              <a:defRPr>
                <a:solidFill>
                  <a:schemeClr val="tx1">
                    <a:tint val="75000"/>
                  </a:schemeClr>
                </a:solidFill>
                <a:latin typeface="+mn-lt"/>
                <a:ea typeface="ＭＳ Ｐゴシック" charset="0"/>
                <a:cs typeface="+mn-cs"/>
              </a:defRPr>
            </a:lvl3pPr>
            <a:lvl4pPr marL="1371600" indent="0" algn="ctr" defTabSz="457200" rt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  <a:buNone/>
              <a:defRPr>
                <a:solidFill>
                  <a:schemeClr val="tx1">
                    <a:tint val="75000"/>
                  </a:schemeClr>
                </a:solidFill>
                <a:latin typeface="+mn-lt"/>
                <a:ea typeface="ＭＳ Ｐゴシック" charset="0"/>
                <a:cs typeface="+mn-cs"/>
              </a:defRPr>
            </a:lvl4pPr>
            <a:lvl5pPr marL="1828800" indent="0" algn="ctr" defTabSz="457200" rt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Pct val="100000"/>
              <a:buNone/>
              <a:defRPr>
                <a:solidFill>
                  <a:schemeClr val="tx1">
                    <a:tint val="75000"/>
                  </a:schemeClr>
                </a:solidFill>
                <a:latin typeface="+mn-lt"/>
                <a:ea typeface="ＭＳ Ｐゴシック" charset="0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800" b="1" kern="0" dirty="0"/>
              <a:t>Datensatz bearbeiten:</a:t>
            </a:r>
          </a:p>
        </p:txBody>
      </p:sp>
    </p:spTree>
    <p:extLst>
      <p:ext uri="{BB962C8B-B14F-4D97-AF65-F5344CB8AC3E}">
        <p14:creationId xmlns:p14="http://schemas.microsoft.com/office/powerpoint/2010/main" val="36588112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EC398-09AE-B567-F2B7-9442050A9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71BB32C-FFC4-71A5-E211-18E775D702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875" y="3265200"/>
            <a:ext cx="4782249" cy="327600"/>
          </a:xfrm>
        </p:spPr>
        <p:txBody>
          <a:bodyPr>
            <a:noAutofit/>
          </a:bodyPr>
          <a:lstStyle/>
          <a:p>
            <a:r>
              <a:rPr lang="de-DE" sz="4400" dirty="0"/>
              <a:t>Normalisierung</a:t>
            </a:r>
          </a:p>
        </p:txBody>
      </p:sp>
    </p:spTree>
    <p:extLst>
      <p:ext uri="{BB962C8B-B14F-4D97-AF65-F5344CB8AC3E}">
        <p14:creationId xmlns:p14="http://schemas.microsoft.com/office/powerpoint/2010/main" val="1967081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ADC87-01FB-F77D-CC79-5174897B0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FB18394C-A078-0AF7-9FA9-CB6F3E17E55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64092" y="2575659"/>
            <a:ext cx="11063816" cy="1706682"/>
          </a:xfrm>
        </p:spPr>
        <p:txBody>
          <a:bodyPr/>
          <a:lstStyle/>
          <a:p>
            <a:r>
              <a:rPr lang="de-DE" b="0" dirty="0"/>
              <a:t>Technische Störeinflüsse reduzieren</a:t>
            </a:r>
          </a:p>
          <a:p>
            <a:r>
              <a:rPr lang="de-DE" b="0" dirty="0"/>
              <a:t>Vergleichbarkeit verbessern</a:t>
            </a:r>
          </a:p>
          <a:p>
            <a:r>
              <a:rPr lang="de-DE" b="0" dirty="0"/>
              <a:t>Verzerrungen minimieren</a:t>
            </a:r>
          </a:p>
          <a:p>
            <a:r>
              <a:rPr lang="de-DE" b="0" dirty="0"/>
              <a:t>Grundlage für zuverlässige Clusteranalyse</a:t>
            </a:r>
          </a:p>
          <a:p>
            <a:pPr indent="0">
              <a:buNone/>
            </a:pPr>
            <a:endParaRPr lang="de-DE" b="0" dirty="0"/>
          </a:p>
          <a:p>
            <a:pPr indent="0">
              <a:buNone/>
            </a:pPr>
            <a:endParaRPr lang="de-DE" b="0" dirty="0"/>
          </a:p>
          <a:p>
            <a:endParaRPr lang="de-DE" b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4095B96-150F-9161-CD0E-C38D0E322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Normalisierung</a:t>
            </a:r>
          </a:p>
        </p:txBody>
      </p:sp>
      <p:sp>
        <p:nvSpPr>
          <p:cNvPr id="4" name="Untertitel 3">
            <a:extLst>
              <a:ext uri="{FF2B5EF4-FFF2-40B4-BE49-F238E27FC236}">
                <a16:creationId xmlns:a16="http://schemas.microsoft.com/office/drawing/2014/main" id="{1EB21071-01AA-FBF0-06BE-A1FA9454CA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3600" y="2152328"/>
            <a:ext cx="9753600" cy="342054"/>
          </a:xfrm>
        </p:spPr>
        <p:txBody>
          <a:bodyPr>
            <a:normAutofit lnSpcReduction="10000"/>
          </a:bodyPr>
          <a:lstStyle/>
          <a:p>
            <a:r>
              <a:rPr lang="de-DE" sz="1800" b="1" dirty="0"/>
              <a:t>Ziele</a:t>
            </a:r>
          </a:p>
        </p:txBody>
      </p:sp>
    </p:spTree>
    <p:extLst>
      <p:ext uri="{BB962C8B-B14F-4D97-AF65-F5344CB8AC3E}">
        <p14:creationId xmlns:p14="http://schemas.microsoft.com/office/powerpoint/2010/main" val="14464068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655A9-BC65-1B0B-AD38-DE9BA23C1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52101588-41F5-F64B-3390-07CDB160631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64092" y="2575659"/>
            <a:ext cx="11063816" cy="2764092"/>
          </a:xfrm>
        </p:spPr>
        <p:txBody>
          <a:bodyPr>
            <a:normAutofit/>
          </a:bodyPr>
          <a:lstStyle/>
          <a:p>
            <a:r>
              <a:rPr lang="de-DE" b="0" dirty="0"/>
              <a:t>Keine Normalisierung</a:t>
            </a:r>
          </a:p>
          <a:p>
            <a:r>
              <a:rPr lang="de-DE" b="0" dirty="0"/>
              <a:t>Nur Logarithmieren</a:t>
            </a:r>
          </a:p>
          <a:p>
            <a:r>
              <a:rPr lang="de-DE" b="0" dirty="0"/>
              <a:t>Z-Score (mit/ohne Log)</a:t>
            </a:r>
          </a:p>
          <a:p>
            <a:r>
              <a:rPr lang="de-DE" b="0" dirty="0"/>
              <a:t>Median-Zentrierung (mit/ohne Log)</a:t>
            </a:r>
          </a:p>
          <a:p>
            <a:r>
              <a:rPr lang="de-DE" b="0" dirty="0"/>
              <a:t>MAD-Normalisierung (mit/ohne Log) </a:t>
            </a:r>
          </a:p>
          <a:p>
            <a:pPr indent="0">
              <a:buNone/>
            </a:pPr>
            <a:endParaRPr lang="de-DE" b="0" dirty="0"/>
          </a:p>
          <a:p>
            <a:pPr indent="0">
              <a:buNone/>
            </a:pPr>
            <a:endParaRPr lang="de-DE" b="0" dirty="0"/>
          </a:p>
          <a:p>
            <a:endParaRPr lang="de-DE" b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0B33B24E-F331-ADDF-38FA-FB1F32FFA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Normalisierung</a:t>
            </a:r>
          </a:p>
        </p:txBody>
      </p:sp>
      <p:sp>
        <p:nvSpPr>
          <p:cNvPr id="4" name="Untertitel 3">
            <a:extLst>
              <a:ext uri="{FF2B5EF4-FFF2-40B4-BE49-F238E27FC236}">
                <a16:creationId xmlns:a16="http://schemas.microsoft.com/office/drawing/2014/main" id="{CD7D6B2C-D138-F5E5-3948-07F62B6C94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3600" y="2152328"/>
            <a:ext cx="9753600" cy="342054"/>
          </a:xfrm>
        </p:spPr>
        <p:txBody>
          <a:bodyPr>
            <a:normAutofit lnSpcReduction="10000"/>
          </a:bodyPr>
          <a:lstStyle/>
          <a:p>
            <a:r>
              <a:rPr lang="de-DE" sz="1800" b="1" dirty="0"/>
              <a:t>Methoden</a:t>
            </a:r>
          </a:p>
        </p:txBody>
      </p:sp>
    </p:spTree>
    <p:extLst>
      <p:ext uri="{BB962C8B-B14F-4D97-AF65-F5344CB8AC3E}">
        <p14:creationId xmlns:p14="http://schemas.microsoft.com/office/powerpoint/2010/main" val="13764114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0CAE9-90CD-2990-4696-3641E6BBD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E36C582D-639D-5479-81D6-AC371563CCF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64092" y="2575659"/>
            <a:ext cx="11063816" cy="2764092"/>
          </a:xfrm>
        </p:spPr>
        <p:txBody>
          <a:bodyPr>
            <a:normAutofit/>
          </a:bodyPr>
          <a:lstStyle/>
          <a:p>
            <a:r>
              <a:rPr lang="de-DE" b="0" dirty="0"/>
              <a:t>Keine Normalisierung</a:t>
            </a:r>
          </a:p>
          <a:p>
            <a:r>
              <a:rPr lang="de-DE" b="0" dirty="0"/>
              <a:t>Nur Logarithmieren</a:t>
            </a:r>
          </a:p>
          <a:p>
            <a:r>
              <a:rPr lang="de-DE" b="0" dirty="0"/>
              <a:t>Z-Score (mit/ohne Log)</a:t>
            </a:r>
          </a:p>
          <a:p>
            <a:r>
              <a:rPr lang="de-DE" b="0" dirty="0"/>
              <a:t>Median-Zentrierung (mit/ohne Log)</a:t>
            </a:r>
          </a:p>
          <a:p>
            <a:r>
              <a:rPr lang="de-DE" b="0" dirty="0"/>
              <a:t>MAD-Normalisierung (mit/ohne Log) </a:t>
            </a:r>
          </a:p>
          <a:p>
            <a:pPr indent="0">
              <a:buNone/>
            </a:pPr>
            <a:endParaRPr lang="de-DE" b="0" dirty="0"/>
          </a:p>
          <a:p>
            <a:pPr indent="0">
              <a:buNone/>
            </a:pPr>
            <a:endParaRPr lang="de-DE" b="0" dirty="0"/>
          </a:p>
          <a:p>
            <a:endParaRPr lang="de-DE" b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FAF7861-645B-6FC1-55F4-367C83A34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Normalisierung</a:t>
            </a:r>
          </a:p>
        </p:txBody>
      </p:sp>
      <p:sp>
        <p:nvSpPr>
          <p:cNvPr id="4" name="Untertitel 3">
            <a:extLst>
              <a:ext uri="{FF2B5EF4-FFF2-40B4-BE49-F238E27FC236}">
                <a16:creationId xmlns:a16="http://schemas.microsoft.com/office/drawing/2014/main" id="{7E2B1D21-C8E4-8CE4-5958-6FEBDC97E9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3600" y="2152328"/>
            <a:ext cx="9753600" cy="342054"/>
          </a:xfrm>
        </p:spPr>
        <p:txBody>
          <a:bodyPr>
            <a:normAutofit lnSpcReduction="10000"/>
          </a:bodyPr>
          <a:lstStyle/>
          <a:p>
            <a:r>
              <a:rPr lang="de-DE" sz="1800" b="1" dirty="0"/>
              <a:t>Methoden</a:t>
            </a:r>
          </a:p>
        </p:txBody>
      </p:sp>
      <p:sp>
        <p:nvSpPr>
          <p:cNvPr id="5" name="Pfeil: nach rechts 4">
            <a:extLst>
              <a:ext uri="{FF2B5EF4-FFF2-40B4-BE49-F238E27FC236}">
                <a16:creationId xmlns:a16="http://schemas.microsoft.com/office/drawing/2014/main" id="{D816451E-8BCE-2C03-3879-1BDAEB4FE914}"/>
              </a:ext>
            </a:extLst>
          </p:cNvPr>
          <p:cNvSpPr/>
          <p:nvPr/>
        </p:nvSpPr>
        <p:spPr>
          <a:xfrm>
            <a:off x="3355675" y="2691441"/>
            <a:ext cx="3321170" cy="207033"/>
          </a:xfrm>
          <a:prstGeom prst="rightArrow">
            <a:avLst/>
          </a:prstGeom>
          <a:solidFill>
            <a:srgbClr val="C00000"/>
          </a:solidFill>
          <a:ln>
            <a:solidFill>
              <a:schemeClr val="tx2"/>
            </a:solidFill>
          </a:ln>
          <a:effectLst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F729C67-7FD6-9F61-57BD-B5663E4455D5}"/>
              </a:ext>
            </a:extLst>
          </p:cNvPr>
          <p:cNvSpPr/>
          <p:nvPr/>
        </p:nvSpPr>
        <p:spPr>
          <a:xfrm>
            <a:off x="6849123" y="2455601"/>
            <a:ext cx="4606506" cy="1039445"/>
          </a:xfrm>
          <a:prstGeom prst="rect">
            <a:avLst/>
          </a:prstGeom>
          <a:noFill/>
          <a:ln w="381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platzhalter 1">
            <a:extLst>
              <a:ext uri="{FF2B5EF4-FFF2-40B4-BE49-F238E27FC236}">
                <a16:creationId xmlns:a16="http://schemas.microsoft.com/office/drawing/2014/main" id="{4295282C-3210-5C89-92CC-AC4E932F7F6C}"/>
              </a:ext>
            </a:extLst>
          </p:cNvPr>
          <p:cNvSpPr txBox="1">
            <a:spLocks/>
          </p:cNvSpPr>
          <p:nvPr/>
        </p:nvSpPr>
        <p:spPr bwMode="auto">
          <a:xfrm>
            <a:off x="7002022" y="2566242"/>
            <a:ext cx="4453607" cy="9288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0" indent="360000" algn="l" defTabSz="457200" rtl="0" fontAlgn="base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SzPct val="100000"/>
              <a:buBlip>
                <a:blip r:embed="rId2"/>
              </a:buBlip>
              <a:defRPr sz="1800" b="1" kern="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360000" indent="360000" algn="l" defTabSz="457200" rtl="0" fontAlgn="base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SzPct val="100000"/>
              <a:buBlip>
                <a:blip r:embed="rId2"/>
              </a:buBlip>
              <a:defRPr sz="1800" kern="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2pPr>
            <a:lvl3pPr marL="720000" indent="360000" algn="l" defTabSz="457200" rtl="0" fontAlgn="base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SzPct val="100000"/>
              <a:buBlip>
                <a:blip r:embed="rId2"/>
              </a:buBlip>
              <a:defRPr sz="1800" kern="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3pPr>
            <a:lvl4pPr marL="1080000" indent="360000" algn="l" defTabSz="457200" rtl="0" fontAlgn="base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SzPct val="100000"/>
              <a:buBlip>
                <a:blip r:embed="rId2"/>
              </a:buBlip>
              <a:defRPr sz="1800" kern="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4pPr>
            <a:lvl5pPr marL="1440000" indent="360000" algn="l" defTabSz="457200" rtl="0" fontAlgn="base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SzPct val="100000"/>
              <a:buBlip>
                <a:blip r:embed="rId2"/>
              </a:buBlip>
              <a:defRPr sz="1800" kern="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b="0" dirty="0"/>
              <a:t>Option für bereits normalisierte Daten</a:t>
            </a:r>
          </a:p>
          <a:p>
            <a:r>
              <a:rPr lang="de-DE" b="0" dirty="0"/>
              <a:t>Daten wurden extern vorverarbeitet</a:t>
            </a:r>
          </a:p>
          <a:p>
            <a:endParaRPr lang="de-DE" b="0" dirty="0"/>
          </a:p>
        </p:txBody>
      </p:sp>
    </p:spTree>
    <p:extLst>
      <p:ext uri="{BB962C8B-B14F-4D97-AF65-F5344CB8AC3E}">
        <p14:creationId xmlns:p14="http://schemas.microsoft.com/office/powerpoint/2010/main" val="22454733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84367-F4EF-E2AA-530A-957907D31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8D0811A5-4ECD-167B-0553-0C2EFEDC4AE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64092" y="2575659"/>
            <a:ext cx="11063816" cy="2764092"/>
          </a:xfrm>
        </p:spPr>
        <p:txBody>
          <a:bodyPr>
            <a:normAutofit/>
          </a:bodyPr>
          <a:lstStyle/>
          <a:p>
            <a:r>
              <a:rPr lang="de-DE" b="0" dirty="0"/>
              <a:t>Keine Normalisierung</a:t>
            </a:r>
          </a:p>
          <a:p>
            <a:r>
              <a:rPr lang="de-DE" b="0" dirty="0"/>
              <a:t>Nur Logarithmieren</a:t>
            </a:r>
          </a:p>
          <a:p>
            <a:r>
              <a:rPr lang="de-DE" b="0" dirty="0"/>
              <a:t>Z-Score (mit/ohne Log)</a:t>
            </a:r>
          </a:p>
          <a:p>
            <a:r>
              <a:rPr lang="de-DE" b="0" dirty="0"/>
              <a:t>Median-Zentrierung (mit/ohne Log)</a:t>
            </a:r>
          </a:p>
          <a:p>
            <a:r>
              <a:rPr lang="de-DE" b="0" dirty="0"/>
              <a:t>MAD-Normalisierung (mit/ohne Log) </a:t>
            </a:r>
          </a:p>
          <a:p>
            <a:pPr indent="0">
              <a:buNone/>
            </a:pPr>
            <a:endParaRPr lang="de-DE" b="0" dirty="0"/>
          </a:p>
          <a:p>
            <a:pPr indent="0">
              <a:buNone/>
            </a:pPr>
            <a:endParaRPr lang="de-DE" b="0" dirty="0"/>
          </a:p>
          <a:p>
            <a:endParaRPr lang="de-DE" b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BF0A05B1-46E1-BFC8-AEAB-DA77DA624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Normalisierung</a:t>
            </a:r>
          </a:p>
        </p:txBody>
      </p:sp>
      <p:sp>
        <p:nvSpPr>
          <p:cNvPr id="4" name="Untertitel 3">
            <a:extLst>
              <a:ext uri="{FF2B5EF4-FFF2-40B4-BE49-F238E27FC236}">
                <a16:creationId xmlns:a16="http://schemas.microsoft.com/office/drawing/2014/main" id="{C8D4A5A5-01DE-FD48-9454-3ACAD8A65C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3600" y="2152328"/>
            <a:ext cx="9753600" cy="342054"/>
          </a:xfrm>
        </p:spPr>
        <p:txBody>
          <a:bodyPr>
            <a:normAutofit lnSpcReduction="10000"/>
          </a:bodyPr>
          <a:lstStyle/>
          <a:p>
            <a:r>
              <a:rPr lang="de-DE" sz="1800" b="1" dirty="0"/>
              <a:t>Methoden</a:t>
            </a:r>
          </a:p>
        </p:txBody>
      </p:sp>
      <p:sp>
        <p:nvSpPr>
          <p:cNvPr id="5" name="Pfeil: nach rechts 4">
            <a:extLst>
              <a:ext uri="{FF2B5EF4-FFF2-40B4-BE49-F238E27FC236}">
                <a16:creationId xmlns:a16="http://schemas.microsoft.com/office/drawing/2014/main" id="{B7C6449F-F243-2D47-4D9C-C4F603F132C5}"/>
              </a:ext>
            </a:extLst>
          </p:cNvPr>
          <p:cNvSpPr/>
          <p:nvPr/>
        </p:nvSpPr>
        <p:spPr>
          <a:xfrm>
            <a:off x="3355674" y="3096883"/>
            <a:ext cx="3321170" cy="207033"/>
          </a:xfrm>
          <a:prstGeom prst="rightArrow">
            <a:avLst/>
          </a:prstGeom>
          <a:solidFill>
            <a:srgbClr val="C00000"/>
          </a:solidFill>
          <a:ln>
            <a:solidFill>
              <a:schemeClr val="tx2"/>
            </a:solidFill>
          </a:ln>
          <a:effectLst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EDB3A36-B956-68FC-DB74-515C679880AD}"/>
              </a:ext>
            </a:extLst>
          </p:cNvPr>
          <p:cNvSpPr/>
          <p:nvPr/>
        </p:nvSpPr>
        <p:spPr>
          <a:xfrm>
            <a:off x="6849123" y="2705767"/>
            <a:ext cx="4606506" cy="1629874"/>
          </a:xfrm>
          <a:prstGeom prst="rect">
            <a:avLst/>
          </a:prstGeom>
          <a:noFill/>
          <a:ln w="381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platzhalter 1">
            <a:extLst>
              <a:ext uri="{FF2B5EF4-FFF2-40B4-BE49-F238E27FC236}">
                <a16:creationId xmlns:a16="http://schemas.microsoft.com/office/drawing/2014/main" id="{BEBE5BD9-52A7-ED96-FD2A-98F2ACE97F9A}"/>
              </a:ext>
            </a:extLst>
          </p:cNvPr>
          <p:cNvSpPr txBox="1">
            <a:spLocks/>
          </p:cNvSpPr>
          <p:nvPr/>
        </p:nvSpPr>
        <p:spPr bwMode="auto">
          <a:xfrm>
            <a:off x="7002022" y="2752576"/>
            <a:ext cx="4453607" cy="15830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360000" algn="l" defTabSz="457200" rtl="0" fontAlgn="base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SzPct val="100000"/>
              <a:buBlip>
                <a:blip r:embed="rId2"/>
              </a:buBlip>
              <a:defRPr sz="1800" b="1" kern="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360000" indent="360000" algn="l" defTabSz="457200" rtl="0" fontAlgn="base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SzPct val="100000"/>
              <a:buBlip>
                <a:blip r:embed="rId2"/>
              </a:buBlip>
              <a:defRPr sz="1800" kern="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2pPr>
            <a:lvl3pPr marL="720000" indent="360000" algn="l" defTabSz="457200" rtl="0" fontAlgn="base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SzPct val="100000"/>
              <a:buBlip>
                <a:blip r:embed="rId2"/>
              </a:buBlip>
              <a:defRPr sz="1800" kern="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3pPr>
            <a:lvl4pPr marL="1080000" indent="360000" algn="l" defTabSz="457200" rtl="0" fontAlgn="base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SzPct val="100000"/>
              <a:buBlip>
                <a:blip r:embed="rId2"/>
              </a:buBlip>
              <a:defRPr sz="1800" kern="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4pPr>
            <a:lvl5pPr marL="1440000" indent="360000" algn="l" defTabSz="457200" rtl="0" fontAlgn="base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SzPct val="100000"/>
              <a:buBlip>
                <a:blip r:embed="rId2"/>
              </a:buBlip>
              <a:defRPr sz="1800" kern="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b="0" dirty="0"/>
              <a:t>Sinnvoll, wenn Wertekompression benötigt</a:t>
            </a:r>
          </a:p>
          <a:p>
            <a:r>
              <a:rPr lang="de-DE" b="0" dirty="0"/>
              <a:t>Ursprüngliche Datenstruktur möglichst unverändert sein soll</a:t>
            </a:r>
          </a:p>
          <a:p>
            <a:endParaRPr lang="de-DE" b="0" dirty="0"/>
          </a:p>
        </p:txBody>
      </p:sp>
    </p:spTree>
    <p:extLst>
      <p:ext uri="{BB962C8B-B14F-4D97-AF65-F5344CB8AC3E}">
        <p14:creationId xmlns:p14="http://schemas.microsoft.com/office/powerpoint/2010/main" val="26454545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A9791-BB1C-8689-1BDB-E21A2C3BF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8D9ECCA9-8880-42F4-4C50-EA9A3A3A906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64092" y="2575659"/>
            <a:ext cx="11063816" cy="2764092"/>
          </a:xfrm>
        </p:spPr>
        <p:txBody>
          <a:bodyPr>
            <a:normAutofit/>
          </a:bodyPr>
          <a:lstStyle/>
          <a:p>
            <a:r>
              <a:rPr lang="de-DE" b="0" dirty="0"/>
              <a:t>Keine Normalisierung</a:t>
            </a:r>
          </a:p>
          <a:p>
            <a:r>
              <a:rPr lang="de-DE" b="0" dirty="0"/>
              <a:t>Nur Logarithmieren</a:t>
            </a:r>
          </a:p>
          <a:p>
            <a:r>
              <a:rPr lang="de-DE" b="0" dirty="0"/>
              <a:t>Z-Score (mit/ohne Log)</a:t>
            </a:r>
          </a:p>
          <a:p>
            <a:r>
              <a:rPr lang="de-DE" b="0" dirty="0"/>
              <a:t>Median-Zentrierung (mit/ohne Log)</a:t>
            </a:r>
          </a:p>
          <a:p>
            <a:r>
              <a:rPr lang="de-DE" b="0" dirty="0"/>
              <a:t>MAD-Normalisierung (mit/ohne Log) </a:t>
            </a:r>
          </a:p>
          <a:p>
            <a:pPr indent="0">
              <a:buNone/>
            </a:pPr>
            <a:endParaRPr lang="de-DE" b="0" dirty="0"/>
          </a:p>
          <a:p>
            <a:pPr indent="0">
              <a:buNone/>
            </a:pPr>
            <a:endParaRPr lang="de-DE" b="0" dirty="0"/>
          </a:p>
          <a:p>
            <a:endParaRPr lang="de-DE" b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858F19D-3C03-2701-09A7-CD5E42EE0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Normalisierung</a:t>
            </a:r>
          </a:p>
        </p:txBody>
      </p:sp>
      <p:sp>
        <p:nvSpPr>
          <p:cNvPr id="4" name="Untertitel 3">
            <a:extLst>
              <a:ext uri="{FF2B5EF4-FFF2-40B4-BE49-F238E27FC236}">
                <a16:creationId xmlns:a16="http://schemas.microsoft.com/office/drawing/2014/main" id="{A3782AE3-3AE3-D3DE-6717-E1C44A26DC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3600" y="2152328"/>
            <a:ext cx="9753600" cy="342054"/>
          </a:xfrm>
        </p:spPr>
        <p:txBody>
          <a:bodyPr>
            <a:normAutofit lnSpcReduction="10000"/>
          </a:bodyPr>
          <a:lstStyle/>
          <a:p>
            <a:r>
              <a:rPr lang="de-DE" sz="1800" b="1" dirty="0"/>
              <a:t>Methoden</a:t>
            </a:r>
          </a:p>
        </p:txBody>
      </p:sp>
      <p:sp>
        <p:nvSpPr>
          <p:cNvPr id="7" name="Geschweifte Klammer rechts 6">
            <a:extLst>
              <a:ext uri="{FF2B5EF4-FFF2-40B4-BE49-F238E27FC236}">
                <a16:creationId xmlns:a16="http://schemas.microsoft.com/office/drawing/2014/main" id="{5722BA78-D22E-229E-54CE-F1064B42D266}"/>
              </a:ext>
            </a:extLst>
          </p:cNvPr>
          <p:cNvSpPr/>
          <p:nvPr/>
        </p:nvSpPr>
        <p:spPr>
          <a:xfrm>
            <a:off x="4842336" y="3429000"/>
            <a:ext cx="928736" cy="1229263"/>
          </a:xfrm>
          <a:prstGeom prst="rightBrace">
            <a:avLst>
              <a:gd name="adj1" fmla="val 8333"/>
              <a:gd name="adj2" fmla="val 48597"/>
            </a:avLst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FBBA170-D141-09C3-6337-61B9EA613DF0}"/>
              </a:ext>
            </a:extLst>
          </p:cNvPr>
          <p:cNvSpPr/>
          <p:nvPr/>
        </p:nvSpPr>
        <p:spPr>
          <a:xfrm>
            <a:off x="6849123" y="3243724"/>
            <a:ext cx="4606506" cy="1681959"/>
          </a:xfrm>
          <a:prstGeom prst="rect">
            <a:avLst/>
          </a:prstGeom>
          <a:noFill/>
          <a:ln w="381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platzhalter 1">
            <a:extLst>
              <a:ext uri="{FF2B5EF4-FFF2-40B4-BE49-F238E27FC236}">
                <a16:creationId xmlns:a16="http://schemas.microsoft.com/office/drawing/2014/main" id="{A5FCBEA1-E81B-9F8A-8047-51F490929F3D}"/>
              </a:ext>
            </a:extLst>
          </p:cNvPr>
          <p:cNvSpPr txBox="1">
            <a:spLocks/>
          </p:cNvSpPr>
          <p:nvPr/>
        </p:nvSpPr>
        <p:spPr bwMode="auto">
          <a:xfrm>
            <a:off x="7019274" y="3296791"/>
            <a:ext cx="4537335" cy="15758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360000" algn="l" defTabSz="457200" rtl="0" fontAlgn="base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SzPct val="100000"/>
              <a:buBlip>
                <a:blip r:embed="rId2"/>
              </a:buBlip>
              <a:defRPr sz="1800" b="1" kern="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360000" indent="360000" algn="l" defTabSz="457200" rtl="0" fontAlgn="base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SzPct val="100000"/>
              <a:buBlip>
                <a:blip r:embed="rId2"/>
              </a:buBlip>
              <a:defRPr sz="1800" kern="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2pPr>
            <a:lvl3pPr marL="720000" indent="360000" algn="l" defTabSz="457200" rtl="0" fontAlgn="base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SzPct val="100000"/>
              <a:buBlip>
                <a:blip r:embed="rId2"/>
              </a:buBlip>
              <a:defRPr sz="1800" kern="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3pPr>
            <a:lvl4pPr marL="1080000" indent="360000" algn="l" defTabSz="457200" rtl="0" fontAlgn="base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SzPct val="100000"/>
              <a:buBlip>
                <a:blip r:embed="rId2"/>
              </a:buBlip>
              <a:defRPr sz="1800" kern="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4pPr>
            <a:lvl5pPr marL="1440000" indent="360000" algn="l" defTabSz="457200" rtl="0" fontAlgn="base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SzPct val="100000"/>
              <a:buBlip>
                <a:blip r:embed="rId2"/>
              </a:buBlip>
              <a:defRPr sz="1800" kern="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b="0" dirty="0"/>
              <a:t>Option ohne Log zu normalisieren</a:t>
            </a:r>
          </a:p>
          <a:p>
            <a:r>
              <a:rPr lang="de-DE" b="0" dirty="0"/>
              <a:t>Für bereits logarithmierte Datensätze</a:t>
            </a:r>
          </a:p>
          <a:p>
            <a:r>
              <a:rPr lang="de-DE" b="0" dirty="0"/>
              <a:t>Erhalt ursprünglicher Werteverteilung     wichtig</a:t>
            </a:r>
          </a:p>
        </p:txBody>
      </p:sp>
    </p:spTree>
    <p:extLst>
      <p:ext uri="{BB962C8B-B14F-4D97-AF65-F5344CB8AC3E}">
        <p14:creationId xmlns:p14="http://schemas.microsoft.com/office/powerpoint/2010/main" val="34042800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AADC2-DC6A-2D9E-031C-615561EF3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C274B08-7DC3-27FE-A96F-41E900A62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Normalisierung</a:t>
            </a:r>
            <a:endParaRPr lang="de-DE" dirty="0"/>
          </a:p>
        </p:txBody>
      </p:sp>
      <p:sp>
        <p:nvSpPr>
          <p:cNvPr id="4" name="Untertitel 3">
            <a:extLst>
              <a:ext uri="{FF2B5EF4-FFF2-40B4-BE49-F238E27FC236}">
                <a16:creationId xmlns:a16="http://schemas.microsoft.com/office/drawing/2014/main" id="{D2B0A21C-D247-2228-B9A0-FB80B9F890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3600" y="734400"/>
            <a:ext cx="9753600" cy="342054"/>
          </a:xfrm>
        </p:spPr>
        <p:txBody>
          <a:bodyPr/>
          <a:lstStyle/>
          <a:p>
            <a:r>
              <a:rPr lang="de-DE" dirty="0"/>
              <a:t>Beispiel - </a:t>
            </a:r>
            <a:r>
              <a:rPr lang="de-DE" dirty="0" err="1"/>
              <a:t>Logarithmierung</a:t>
            </a:r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F744E78E-A48D-D426-B70F-23EDB816F3F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37654" y="1582131"/>
            <a:ext cx="5299874" cy="4869069"/>
          </a:xfrm>
        </p:spPr>
        <p:txBody>
          <a:bodyPr/>
          <a:lstStyle/>
          <a:p>
            <a:pPr indent="0">
              <a:buNone/>
            </a:pPr>
            <a:r>
              <a:rPr lang="de-DE" dirty="0"/>
              <a:t>Was passiert?</a:t>
            </a:r>
          </a:p>
          <a:p>
            <a:r>
              <a:rPr lang="de-DE" b="0" dirty="0"/>
              <a:t>Kleine Werte werden kaum beeinflusst</a:t>
            </a:r>
          </a:p>
          <a:p>
            <a:r>
              <a:rPr lang="de-DE" b="0" dirty="0"/>
              <a:t>Große Expressionswerte stark abgeschwächt</a:t>
            </a:r>
          </a:p>
          <a:p>
            <a:r>
              <a:rPr lang="de-DE" b="0" dirty="0"/>
              <a:t>Absolute Unterschiede bleiben erhalten</a:t>
            </a:r>
          </a:p>
          <a:p>
            <a:r>
              <a:rPr lang="de-DE" b="0" dirty="0"/>
              <a:t>Insgesamt eine Wertekompression</a:t>
            </a:r>
          </a:p>
          <a:p>
            <a:r>
              <a:rPr lang="de-DE" b="0" dirty="0"/>
              <a:t>Verschiebung verringern</a:t>
            </a:r>
          </a:p>
          <a:p>
            <a:pPr indent="0">
              <a:buNone/>
            </a:pPr>
            <a:endParaRPr lang="de-DE" b="0" dirty="0"/>
          </a:p>
          <a:p>
            <a:pPr indent="0">
              <a:buNone/>
            </a:pPr>
            <a:r>
              <a:rPr lang="de-DE" dirty="0"/>
              <a:t>Was ist der Nutzen?</a:t>
            </a:r>
          </a:p>
          <a:p>
            <a:r>
              <a:rPr lang="de-DE" b="0" dirty="0"/>
              <a:t>Führt zu stärkerer Symmetrie</a:t>
            </a:r>
          </a:p>
          <a:p>
            <a:r>
              <a:rPr lang="de-DE" b="0" dirty="0"/>
              <a:t>Nähert Daten an Normalverteilung an</a:t>
            </a:r>
          </a:p>
          <a:p>
            <a:endParaRPr lang="de-DE" b="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AA7CB80-BDF4-E39F-5BFB-2B1C124A20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7528" y="1865258"/>
            <a:ext cx="6148200" cy="3743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48150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40788-D118-61B7-F717-DB76E5543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158FA7A-DBFE-338B-0BB7-B1FB3E75B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Normalisierung</a:t>
            </a:r>
            <a:endParaRPr lang="de-DE" dirty="0"/>
          </a:p>
        </p:txBody>
      </p:sp>
      <p:sp>
        <p:nvSpPr>
          <p:cNvPr id="4" name="Untertitel 3">
            <a:extLst>
              <a:ext uri="{FF2B5EF4-FFF2-40B4-BE49-F238E27FC236}">
                <a16:creationId xmlns:a16="http://schemas.microsoft.com/office/drawing/2014/main" id="{BFF6C738-240F-FA4E-C17D-80A991D535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3600" y="734400"/>
            <a:ext cx="9753600" cy="342054"/>
          </a:xfrm>
        </p:spPr>
        <p:txBody>
          <a:bodyPr/>
          <a:lstStyle/>
          <a:p>
            <a:r>
              <a:rPr lang="de-DE" dirty="0"/>
              <a:t>Beispiel - </a:t>
            </a:r>
            <a:r>
              <a:rPr lang="de-DE" dirty="0" err="1"/>
              <a:t>Zscore</a:t>
            </a:r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F7F922E2-D8AA-BF85-709B-8A053559C3A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37654" y="1582131"/>
            <a:ext cx="5299874" cy="4869069"/>
          </a:xfrm>
        </p:spPr>
        <p:txBody>
          <a:bodyPr/>
          <a:lstStyle/>
          <a:p>
            <a:pPr indent="0">
              <a:buNone/>
            </a:pPr>
            <a:r>
              <a:rPr lang="de-DE" dirty="0"/>
              <a:t>Was passiert?</a:t>
            </a:r>
          </a:p>
          <a:p>
            <a:r>
              <a:rPr lang="de-DE" b="0" dirty="0"/>
              <a:t>Jedes Gen wird skaliert damit sein </a:t>
            </a:r>
          </a:p>
          <a:p>
            <a:pPr indent="0">
              <a:buNone/>
            </a:pPr>
            <a:r>
              <a:rPr lang="de-DE" b="0" dirty="0"/>
              <a:t>Mittelwert = 0 und Standardabweichen = 1 ist</a:t>
            </a:r>
          </a:p>
          <a:p>
            <a:pPr indent="0">
              <a:buNone/>
            </a:pPr>
            <a:endParaRPr lang="de-DE" b="0" dirty="0"/>
          </a:p>
          <a:p>
            <a:pPr indent="0">
              <a:buNone/>
            </a:pPr>
            <a:r>
              <a:rPr lang="de-DE" dirty="0"/>
              <a:t>Was ist der Nutzen?</a:t>
            </a:r>
          </a:p>
          <a:p>
            <a:r>
              <a:rPr lang="de-DE" b="0" dirty="0"/>
              <a:t>Alle Gene werden auf dieselbe Skala gebracht</a:t>
            </a:r>
          </a:p>
          <a:p>
            <a:r>
              <a:rPr lang="de-DE" b="0" dirty="0"/>
              <a:t>Verbessert Vergleichbarkeit</a:t>
            </a:r>
          </a:p>
          <a:p>
            <a:r>
              <a:rPr lang="de-DE" b="0" dirty="0"/>
              <a:t>Erkennung von Ausreißer</a:t>
            </a:r>
          </a:p>
          <a:p>
            <a:pPr indent="0">
              <a:buNone/>
            </a:pPr>
            <a:endParaRPr lang="de-DE" b="0" dirty="0"/>
          </a:p>
          <a:p>
            <a:endParaRPr lang="de-DE" b="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85451BF-8754-0F1E-6BFD-AC6DA288D8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7528" y="1693241"/>
            <a:ext cx="6148200" cy="3743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990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2A785-B466-6748-CEB4-29F3DA98B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1CDE3B0-A9C5-7E38-476A-1FDC3F31B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Normalisierung</a:t>
            </a:r>
            <a:endParaRPr lang="de-DE" dirty="0"/>
          </a:p>
        </p:txBody>
      </p:sp>
      <p:sp>
        <p:nvSpPr>
          <p:cNvPr id="4" name="Untertitel 3">
            <a:extLst>
              <a:ext uri="{FF2B5EF4-FFF2-40B4-BE49-F238E27FC236}">
                <a16:creationId xmlns:a16="http://schemas.microsoft.com/office/drawing/2014/main" id="{B58FF591-A07E-D95E-21B6-DBDF44618E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3600" y="734400"/>
            <a:ext cx="9753600" cy="342054"/>
          </a:xfrm>
        </p:spPr>
        <p:txBody>
          <a:bodyPr/>
          <a:lstStyle/>
          <a:p>
            <a:r>
              <a:rPr lang="de-DE" dirty="0"/>
              <a:t>Beispiel - </a:t>
            </a:r>
            <a:r>
              <a:rPr lang="de-DE" dirty="0" err="1"/>
              <a:t>Zscore</a:t>
            </a:r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1EB0D6F6-5C46-5C83-F73D-8CCB225DFC3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37654" y="1582131"/>
            <a:ext cx="5299874" cy="4869069"/>
          </a:xfrm>
        </p:spPr>
        <p:txBody>
          <a:bodyPr/>
          <a:lstStyle/>
          <a:p>
            <a:pPr indent="0">
              <a:buNone/>
            </a:pPr>
            <a:r>
              <a:rPr lang="de-DE" dirty="0"/>
              <a:t>Was passiert?</a:t>
            </a:r>
          </a:p>
          <a:p>
            <a:r>
              <a:rPr lang="de-DE" b="0" dirty="0"/>
              <a:t>Jedes Gen wird skaliert damit sein </a:t>
            </a:r>
          </a:p>
          <a:p>
            <a:pPr indent="0">
              <a:buNone/>
            </a:pPr>
            <a:r>
              <a:rPr lang="de-DE" b="0" dirty="0"/>
              <a:t>Mittelwert = 0 und Standardabweichen = 1 ist</a:t>
            </a:r>
          </a:p>
          <a:p>
            <a:pPr indent="0">
              <a:buNone/>
            </a:pPr>
            <a:endParaRPr lang="de-DE" b="0" dirty="0"/>
          </a:p>
          <a:p>
            <a:pPr indent="0">
              <a:buNone/>
            </a:pPr>
            <a:r>
              <a:rPr lang="de-DE" dirty="0"/>
              <a:t>Was ist der Nutzen?</a:t>
            </a:r>
          </a:p>
          <a:p>
            <a:r>
              <a:rPr lang="de-DE" b="0" dirty="0"/>
              <a:t>Alle Gene werden auf dieselbe Skala gebracht</a:t>
            </a:r>
          </a:p>
          <a:p>
            <a:r>
              <a:rPr lang="de-DE" b="0" dirty="0"/>
              <a:t>Verbessert Vergleichbarkeit</a:t>
            </a:r>
          </a:p>
          <a:p>
            <a:r>
              <a:rPr lang="de-DE" b="0" dirty="0"/>
              <a:t>Erkennung von Ausreißer</a:t>
            </a:r>
          </a:p>
          <a:p>
            <a:pPr indent="0">
              <a:buNone/>
            </a:pPr>
            <a:endParaRPr lang="de-DE" b="0" dirty="0"/>
          </a:p>
          <a:p>
            <a:endParaRPr lang="de-DE" b="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A8705D-1055-9F18-AAFC-90D1CC5DCA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5223" y="1819990"/>
            <a:ext cx="6148200" cy="3743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6405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35021-C332-92FD-8407-6D27D177A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CF4287A5-96AA-B4EB-8D01-B88BB82B5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Normalisierung</a:t>
            </a:r>
            <a:endParaRPr lang="de-DE" dirty="0"/>
          </a:p>
        </p:txBody>
      </p:sp>
      <p:sp>
        <p:nvSpPr>
          <p:cNvPr id="4" name="Untertitel 3">
            <a:extLst>
              <a:ext uri="{FF2B5EF4-FFF2-40B4-BE49-F238E27FC236}">
                <a16:creationId xmlns:a16="http://schemas.microsoft.com/office/drawing/2014/main" id="{A3DECAE2-F38A-1762-DEDE-3EFCFA3BF8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3600" y="734400"/>
            <a:ext cx="9753600" cy="342054"/>
          </a:xfrm>
        </p:spPr>
        <p:txBody>
          <a:bodyPr/>
          <a:lstStyle/>
          <a:p>
            <a:r>
              <a:rPr lang="de-DE" dirty="0"/>
              <a:t>Beispiel - Gesamtverlauf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82268E99-DE1D-E748-8E77-98B1C56541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834" y="1087093"/>
            <a:ext cx="11046292" cy="5675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3333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19A87-2C8A-F2C3-5C2A-B4974FB95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0FEE9C2A-4416-F4E2-84C2-90A98F5A7F8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32884" y="1614488"/>
            <a:ext cx="11063816" cy="4741200"/>
          </a:xfrm>
        </p:spPr>
        <p:txBody>
          <a:bodyPr/>
          <a:lstStyle/>
          <a:p>
            <a:r>
              <a:rPr lang="de-DE" b="0" dirty="0"/>
              <a:t>Vorlage</a:t>
            </a:r>
          </a:p>
          <a:p>
            <a:endParaRPr lang="de-DE" b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413FE2BA-6938-0640-1637-EE74F4B1E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Vorlage</a:t>
            </a:r>
          </a:p>
        </p:txBody>
      </p:sp>
      <p:sp>
        <p:nvSpPr>
          <p:cNvPr id="4" name="Untertitel 3">
            <a:extLst>
              <a:ext uri="{FF2B5EF4-FFF2-40B4-BE49-F238E27FC236}">
                <a16:creationId xmlns:a16="http://schemas.microsoft.com/office/drawing/2014/main" id="{8ED6F735-D172-F616-4E46-19FAC82EDE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Vorlage</a:t>
            </a:r>
          </a:p>
        </p:txBody>
      </p:sp>
    </p:spTree>
    <p:extLst>
      <p:ext uri="{BB962C8B-B14F-4D97-AF65-F5344CB8AC3E}">
        <p14:creationId xmlns:p14="http://schemas.microsoft.com/office/powerpoint/2010/main" val="2467375975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I Präsentation Template I_16_9 [Schreibgeschützt]" id="{6E1FC12C-E241-4EA9-B509-58D9ECC47C6E}" vid="{8A1B42C8-6EEC-445B-A900-F154598C64A4}"/>
    </a:ext>
  </a:extLst>
</a:theme>
</file>

<file path=ppt/theme/theme2.xml><?xml version="1.0" encoding="utf-8"?>
<a:theme xmlns:a="http://schemas.openxmlformats.org/drawingml/2006/main" name="1_Bildschirm">
  <a:themeElements>
    <a:clrScheme name="THI Farbschema">
      <a:dk1>
        <a:srgbClr val="005A9B"/>
      </a:dk1>
      <a:lt1>
        <a:sysClr val="window" lastClr="FFFFFF"/>
      </a:lt1>
      <a:dk2>
        <a:srgbClr val="000000"/>
      </a:dk2>
      <a:lt2>
        <a:srgbClr val="FFFFFF"/>
      </a:lt2>
      <a:accent1>
        <a:srgbClr val="005A9B"/>
      </a:accent1>
      <a:accent2>
        <a:srgbClr val="007382"/>
      </a:accent2>
      <a:accent3>
        <a:srgbClr val="009BCD"/>
      </a:accent3>
      <a:accent4>
        <a:srgbClr val="96BE00"/>
      </a:accent4>
      <a:accent5>
        <a:srgbClr val="009664"/>
      </a:accent5>
      <a:accent6>
        <a:srgbClr val="E6320F"/>
      </a:accent6>
      <a:hlink>
        <a:srgbClr val="005A9B"/>
      </a:hlink>
      <a:folHlink>
        <a:srgbClr val="009BCD"/>
      </a:folHlink>
    </a:clrScheme>
    <a:fontScheme name="Office Klassisch 2">
      <a:maj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HI Präsentation Template I_16_9 [Schreibgeschützt]" id="{6E1FC12C-E241-4EA9-B509-58D9ECC47C6E}" vid="{64CF7779-663E-47E0-BCB9-5091361682A2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10001</Type>
    <SequenceNumber>1000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Version=15.0.0.0, Culture=neutral, PublicKeyToken=71e9bce111e9429c</Assembly>
    <Class>Microsoft.Office.DocumentManagement.Internal.DocIdHandler</Class>
    <Data/>
    <Filter/>
  </Receiver>
</spe:Receiver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3ea1445a-e6f2-4b21-90f1-4e4a5aca6572">Vorlagen Präsentationen 16:9</Kategorie>
    <_dlc_DocId xmlns="bfb11438-62cb-48e0-8e08-adb7b8077717">4ZPPNAQV5EQV-6530471-237</_dlc_DocId>
    <_dlc_DocIdUrl xmlns="bfb11438-62cb-48e0-8e08-adb7b8077717">
      <Url>https://mythi.de/_layouts/15/DocIdRedir.aspx?ID=4ZPPNAQV5EQV-6530471-237</Url>
      <Description>4ZPPNAQV5EQV-6530471-237</Description>
    </_dlc_DocIdUrl>
  </documentManagement>
</p:properti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78AB19A0A86D2148BE9E8CA48E53677F" ma:contentTypeVersion="2" ma:contentTypeDescription="Ein neues Dokument erstellen." ma:contentTypeScope="" ma:versionID="1e80b2ca2b93bd808485b2d451bc603f">
  <xsd:schema xmlns:xsd="http://www.w3.org/2001/XMLSchema" xmlns:xs="http://www.w3.org/2001/XMLSchema" xmlns:p="http://schemas.microsoft.com/office/2006/metadata/properties" xmlns:ns2="bfb11438-62cb-48e0-8e08-adb7b8077717" xmlns:ns3="3ea1445a-e6f2-4b21-90f1-4e4a5aca6572" xmlns:ns4="bb6f2568-2a10-4a56-89e3-032448edb678" targetNamespace="http://schemas.microsoft.com/office/2006/metadata/properties" ma:root="true" ma:fieldsID="6bdf8fd81a7b586dd79b811828187a67" ns2:_="" ns3:_="" ns4:_="">
    <xsd:import namespace="bfb11438-62cb-48e0-8e08-adb7b8077717"/>
    <xsd:import namespace="3ea1445a-e6f2-4b21-90f1-4e4a5aca6572"/>
    <xsd:import namespace="bb6f2568-2a10-4a56-89e3-032448edb678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Kategorie"/>
                <xsd:element ref="ns4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b11438-62cb-48e0-8e08-adb7b8077717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Wert der Dokument-ID" ma:description="Der Wert der diesem Element zugewiesenen Dokument-ID." ma:internalName="_dlc_DocId" ma:readOnly="true">
      <xsd:simpleType>
        <xsd:restriction base="dms:Text"/>
      </xsd:simpleType>
    </xsd:element>
    <xsd:element name="_dlc_DocIdUrl" ma:index="9" nillable="true" ma:displayName="Dokument-ID" ma:description="Permanenter Hyperlink zu diesem Dok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Beständige ID" ma:description="ID beim Hinzufügen beibehalten." ma:hidden="true" ma:internalName="_dlc_DocIdPersistId" ma:readOnly="true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ea1445a-e6f2-4b21-90f1-4e4a5aca6572" elementFormDefault="qualified">
    <xsd:import namespace="http://schemas.microsoft.com/office/2006/documentManagement/types"/>
    <xsd:import namespace="http://schemas.microsoft.com/office/infopath/2007/PartnerControls"/>
    <xsd:element name="Kategorie" ma:index="11" ma:displayName="Kategorie" ma:default="NEU" ma:format="Dropdown" ma:internalName="Kategorie">
      <xsd:simpleType>
        <xsd:restriction base="dms:Choice">
          <xsd:enumeration value="NEU"/>
          <xsd:enumeration value="Fakultätsfarben"/>
          <xsd:enumeration value="Vorlagen Briefe"/>
          <xsd:enumeration value="Lageplan"/>
          <xsd:enumeration value="Logos"/>
          <xsd:enumeration value="Vorlagen Präsentationen 4:3"/>
          <xsd:enumeration value="Vorlagen Präsentationen 16:9"/>
          <xsd:enumeration value="Plakate"/>
          <xsd:enumeration value="Leitfäden"/>
          <xsd:enumeration value="TH Intern"/>
          <xsd:enumeration value="Hochschulpräsentationen"/>
          <xsd:enumeration value="Webhandbuch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b6f2568-2a10-4a56-89e3-032448edb67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CE7C72F-ED79-494F-A7ED-1F0FF5B91FF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90C7402-FDBD-4B5F-A7A1-6AD2340559B8}">
  <ds:schemaRefs>
    <ds:schemaRef ds:uri="http://schemas.microsoft.com/sharepoint/events"/>
  </ds:schemaRefs>
</ds:datastoreItem>
</file>

<file path=customXml/itemProps3.xml><?xml version="1.0" encoding="utf-8"?>
<ds:datastoreItem xmlns:ds="http://schemas.openxmlformats.org/officeDocument/2006/customXml" ds:itemID="{5B5802FD-0FE5-40B9-964E-26CF6C896D54}">
  <ds:schemaRefs>
    <ds:schemaRef ds:uri="http://purl.org/dc/terms/"/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purl.org/dc/elements/1.1/"/>
    <ds:schemaRef ds:uri="3ea1445a-e6f2-4b21-90f1-4e4a5aca6572"/>
    <ds:schemaRef ds:uri="http://schemas.microsoft.com/office/infopath/2007/PartnerControls"/>
    <ds:schemaRef ds:uri="bb6f2568-2a10-4a56-89e3-032448edb678"/>
    <ds:schemaRef ds:uri="bfb11438-62cb-48e0-8e08-adb7b8077717"/>
    <ds:schemaRef ds:uri="http://schemas.microsoft.com/office/2006/metadata/properties"/>
  </ds:schemaRefs>
</ds:datastoreItem>
</file>

<file path=customXml/itemProps4.xml><?xml version="1.0" encoding="utf-8"?>
<ds:datastoreItem xmlns:ds="http://schemas.openxmlformats.org/officeDocument/2006/customXml" ds:itemID="{7C111C41-FBCC-4433-B45C-C3FBA6F156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fb11438-62cb-48e0-8e08-adb7b8077717"/>
    <ds:schemaRef ds:uri="3ea1445a-e6f2-4b21-90f1-4e4a5aca6572"/>
    <ds:schemaRef ds:uri="bb6f2568-2a10-4a56-89e3-032448edb67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Random_Forests</Template>
  <TotalTime>0</TotalTime>
  <Words>409</Words>
  <Application>Microsoft Office PowerPoint</Application>
  <PresentationFormat>Breitbild</PresentationFormat>
  <Paragraphs>119</Paragraphs>
  <Slides>16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16</vt:i4>
      </vt:variant>
    </vt:vector>
  </HeadingPairs>
  <TitlesOfParts>
    <vt:vector size="20" baseType="lpstr">
      <vt:lpstr>Arial</vt:lpstr>
      <vt:lpstr>Calibri</vt:lpstr>
      <vt:lpstr>2_Office</vt:lpstr>
      <vt:lpstr>1_Bildschirm</vt:lpstr>
      <vt:lpstr>PowerPoint-Präsentation</vt:lpstr>
      <vt:lpstr>Informatische Grundlagen</vt:lpstr>
      <vt:lpstr>Informatische Grundlagen</vt:lpstr>
      <vt:lpstr>Datenvorbereitung</vt:lpstr>
      <vt:lpstr>Datenvorbereitung</vt:lpstr>
      <vt:lpstr>Normalisierung</vt:lpstr>
      <vt:lpstr>Normalisierung</vt:lpstr>
      <vt:lpstr>Normalisierung</vt:lpstr>
      <vt:lpstr>Normalisierung</vt:lpstr>
      <vt:lpstr>Normalisierung</vt:lpstr>
      <vt:lpstr>Normalisierung</vt:lpstr>
      <vt:lpstr>Normalisierung</vt:lpstr>
      <vt:lpstr>Normalisierung</vt:lpstr>
      <vt:lpstr>Normalisierung</vt:lpstr>
      <vt:lpstr>Normalisierung</vt:lpstr>
      <vt:lpstr>Vorlage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Wiki Cholewa</dc:creator>
  <cp:lastModifiedBy>Rosina Röckseisen</cp:lastModifiedBy>
  <cp:revision>48</cp:revision>
  <cp:lastPrinted>2018-04-09T18:27:12Z</cp:lastPrinted>
  <dcterms:created xsi:type="dcterms:W3CDTF">2024-05-27T14:56:43Z</dcterms:created>
  <dcterms:modified xsi:type="dcterms:W3CDTF">2026-07-16T15:01:34Z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0x01010078AB19A0A86D2148BE9E8CA48E53677F</vt:lpwstr>
  </property>
  <property fmtid="{D5CDD505-2E9C-101B-9397-08002B2CF9AE}" pid="3" name="_dlc_DocIdItemGuid">
    <vt:lpwstr>01d87115-5e35-40f8-a10e-6019eecf87d0</vt:lpwstr>
  </property>
</Properties>
</file>